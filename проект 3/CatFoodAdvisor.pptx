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8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1" r:id="rId18"/>
    <p:sldId id="282" r:id="rId19"/>
    <p:sldId id="283" r:id="rId20"/>
    <p:sldId id="284" r:id="rId21"/>
    <p:sldId id="285" r:id="rId22"/>
    <p:sldId id="286" r:id="rId23"/>
    <p:sldId id="288" r:id="rId24"/>
    <p:sldId id="287" r:id="rId25"/>
    <p:sldId id="289" r:id="rId26"/>
    <p:sldId id="290" r:id="rId27"/>
    <p:sldId id="291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9D610-791E-4FF2-8545-CF1835419CFD}" v="37" dt="2026-05-15T20:54:5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90" autoAdjust="0"/>
  </p:normalViewPr>
  <p:slideViewPr>
    <p:cSldViewPr snapToGrid="0">
      <p:cViewPr varScale="1">
        <p:scale>
          <a:sx n="98" d="100"/>
          <a:sy n="98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pisasi@gmail.com" userId="971515731fd9f15a" providerId="LiveId" clId="{36ED532F-54AB-4B9E-9060-519AE8C09717}"/>
    <pc:docChg chg="undo custSel addSld modSld modMainMaster">
      <pc:chgData name="terepisasi@gmail.com" userId="971515731fd9f15a" providerId="LiveId" clId="{36ED532F-54AB-4B9E-9060-519AE8C09717}" dt="2026-05-15T22:01:06.578" v="1508" actId="1076"/>
      <pc:docMkLst>
        <pc:docMk/>
      </pc:docMkLst>
      <pc:sldChg chg="addSp modSp mod setBg">
        <pc:chgData name="terepisasi@gmail.com" userId="971515731fd9f15a" providerId="LiveId" clId="{36ED532F-54AB-4B9E-9060-519AE8C09717}" dt="2026-05-15T20:54:51.401" v="704"/>
        <pc:sldMkLst>
          <pc:docMk/>
          <pc:sldMk cId="90607566" sldId="257"/>
        </pc:sldMkLst>
        <pc:spChg chg="mod">
          <ac:chgData name="terepisasi@gmail.com" userId="971515731fd9f15a" providerId="LiveId" clId="{36ED532F-54AB-4B9E-9060-519AE8C09717}" dt="2026-05-15T20:54:38.814" v="702" actId="207"/>
          <ac:spMkLst>
            <pc:docMk/>
            <pc:sldMk cId="90607566" sldId="257"/>
            <ac:spMk id="2" creationId="{61AF6404-DC07-AE9E-34DA-BE8B24929325}"/>
          </ac:spMkLst>
        </pc:spChg>
        <pc:spChg chg="mod">
          <ac:chgData name="terepisasi@gmail.com" userId="971515731fd9f15a" providerId="LiveId" clId="{36ED532F-54AB-4B9E-9060-519AE8C09717}" dt="2026-05-15T20:47:54.097" v="525" actId="1076"/>
          <ac:spMkLst>
            <pc:docMk/>
            <pc:sldMk cId="90607566" sldId="257"/>
            <ac:spMk id="3" creationId="{14971D86-12CB-9631-A894-2BF1775BA779}"/>
          </ac:spMkLst>
        </pc:spChg>
        <pc:picChg chg="add mod modCrop">
          <ac:chgData name="terepisasi@gmail.com" userId="971515731fd9f15a" providerId="LiveId" clId="{36ED532F-54AB-4B9E-9060-519AE8C09717}" dt="2026-05-15T20:47:39.767" v="524" actId="1076"/>
          <ac:picMkLst>
            <pc:docMk/>
            <pc:sldMk cId="90607566" sldId="257"/>
            <ac:picMk id="5" creationId="{EFF28EC6-FF69-0051-C9D1-31CE6EE6D5DA}"/>
          </ac:picMkLst>
        </pc:picChg>
      </pc:sldChg>
      <pc:sldChg chg="addSp delSp modSp mod setBg">
        <pc:chgData name="terepisasi@gmail.com" userId="971515731fd9f15a" providerId="LiveId" clId="{36ED532F-54AB-4B9E-9060-519AE8C09717}" dt="2026-05-15T20:56:18.226" v="762" actId="207"/>
        <pc:sldMkLst>
          <pc:docMk/>
          <pc:sldMk cId="3708650012" sldId="258"/>
        </pc:sldMkLst>
        <pc:spChg chg="mod">
          <ac:chgData name="terepisasi@gmail.com" userId="971515731fd9f15a" providerId="LiveId" clId="{36ED532F-54AB-4B9E-9060-519AE8C09717}" dt="2026-05-15T20:55:42.269" v="758" actId="207"/>
          <ac:spMkLst>
            <pc:docMk/>
            <pc:sldMk cId="3708650012" sldId="258"/>
            <ac:spMk id="2" creationId="{21EDE248-AF2E-9405-8253-8E7AB5B0D077}"/>
          </ac:spMkLst>
        </pc:spChg>
        <pc:spChg chg="mod">
          <ac:chgData name="terepisasi@gmail.com" userId="971515731fd9f15a" providerId="LiveId" clId="{36ED532F-54AB-4B9E-9060-519AE8C09717}" dt="2026-05-15T20:56:08.569" v="760" actId="207"/>
          <ac:spMkLst>
            <pc:docMk/>
            <pc:sldMk cId="3708650012" sldId="258"/>
            <ac:spMk id="3" creationId="{3B500823-E24B-C67F-4DEC-1EBD5123EF6E}"/>
          </ac:spMkLst>
        </pc:spChg>
        <pc:spChg chg="mod">
          <ac:chgData name="terepisasi@gmail.com" userId="971515731fd9f15a" providerId="LiveId" clId="{36ED532F-54AB-4B9E-9060-519AE8C09717}" dt="2026-05-15T20:56:18.226" v="762" actId="207"/>
          <ac:spMkLst>
            <pc:docMk/>
            <pc:sldMk cId="3708650012" sldId="258"/>
            <ac:spMk id="4" creationId="{F708A359-5847-65C8-C5B6-74D7DAEC6A79}"/>
          </ac:spMkLst>
        </pc:spChg>
        <pc:spChg chg="mod">
          <ac:chgData name="terepisasi@gmail.com" userId="971515731fd9f15a" providerId="LiveId" clId="{36ED532F-54AB-4B9E-9060-519AE8C09717}" dt="2026-05-15T20:56:13.371" v="761" actId="207"/>
          <ac:spMkLst>
            <pc:docMk/>
            <pc:sldMk cId="3708650012" sldId="258"/>
            <ac:spMk id="5" creationId="{400F2C37-3E88-0424-B70D-1F18AF14C2FA}"/>
          </ac:spMkLst>
        </pc:spChg>
        <pc:spChg chg="add mod">
          <ac:chgData name="terepisasi@gmail.com" userId="971515731fd9f15a" providerId="LiveId" clId="{36ED532F-54AB-4B9E-9060-519AE8C09717}" dt="2026-05-15T20:56:01.897" v="759" actId="207"/>
          <ac:spMkLst>
            <pc:docMk/>
            <pc:sldMk cId="3708650012" sldId="258"/>
            <ac:spMk id="6" creationId="{968A0851-CE93-B502-5B68-4E948A7FD879}"/>
          </ac:spMkLst>
        </pc:spChg>
        <pc:picChg chg="add mod">
          <ac:chgData name="terepisasi@gmail.com" userId="971515731fd9f15a" providerId="LiveId" clId="{36ED532F-54AB-4B9E-9060-519AE8C09717}" dt="2026-05-15T20:48:50.171" v="539" actId="1076"/>
          <ac:picMkLst>
            <pc:docMk/>
            <pc:sldMk cId="3708650012" sldId="258"/>
            <ac:picMk id="7" creationId="{E3065818-DE29-08AA-60A6-8DD68806BEE3}"/>
          </ac:picMkLst>
        </pc:picChg>
        <pc:picChg chg="add del">
          <ac:chgData name="terepisasi@gmail.com" userId="971515731fd9f15a" providerId="LiveId" clId="{36ED532F-54AB-4B9E-9060-519AE8C09717}" dt="2026-05-15T20:52:09.575" v="548" actId="478"/>
          <ac:picMkLst>
            <pc:docMk/>
            <pc:sldMk cId="3708650012" sldId="258"/>
            <ac:picMk id="9" creationId="{2D6B2776-8BDD-2C14-E936-D472CCFE0F48}"/>
          </ac:picMkLst>
        </pc:picChg>
      </pc:sldChg>
      <pc:sldChg chg="addSp modSp mod setBg">
        <pc:chgData name="terepisasi@gmail.com" userId="971515731fd9f15a" providerId="LiveId" clId="{36ED532F-54AB-4B9E-9060-519AE8C09717}" dt="2026-05-15T21:15:38.238" v="1334" actId="1076"/>
        <pc:sldMkLst>
          <pc:docMk/>
          <pc:sldMk cId="2290960101" sldId="263"/>
        </pc:sldMkLst>
        <pc:spChg chg="add mod">
          <ac:chgData name="terepisasi@gmail.com" userId="971515731fd9f15a" providerId="LiveId" clId="{36ED532F-54AB-4B9E-9060-519AE8C09717}" dt="2026-05-15T21:05:17.445" v="979" actId="207"/>
          <ac:spMkLst>
            <pc:docMk/>
            <pc:sldMk cId="2290960101" sldId="263"/>
            <ac:spMk id="2" creationId="{4FC9EB3D-C330-06C7-BCA3-C5B3C9AC7391}"/>
          </ac:spMkLst>
        </pc:spChg>
        <pc:spChg chg="mod">
          <ac:chgData name="terepisasi@gmail.com" userId="971515731fd9f15a" providerId="LiveId" clId="{36ED532F-54AB-4B9E-9060-519AE8C09717}" dt="2026-05-15T20:58:44.254" v="792" actId="1076"/>
          <ac:spMkLst>
            <pc:docMk/>
            <pc:sldMk cId="2290960101" sldId="263"/>
            <ac:spMk id="3" creationId="{73C9E63D-106A-5F50-A24E-F7E55AF9DC12}"/>
          </ac:spMkLst>
        </pc:spChg>
        <pc:picChg chg="add mod">
          <ac:chgData name="terepisasi@gmail.com" userId="971515731fd9f15a" providerId="LiveId" clId="{36ED532F-54AB-4B9E-9060-519AE8C09717}" dt="2026-05-15T21:15:38.238" v="1334" actId="1076"/>
          <ac:picMkLst>
            <pc:docMk/>
            <pc:sldMk cId="2290960101" sldId="263"/>
            <ac:picMk id="4" creationId="{03C79ACE-0E40-1819-847C-63DB5602BCA0}"/>
          </ac:picMkLst>
        </pc:picChg>
      </pc:sldChg>
      <pc:sldChg chg="addSp modSp mod">
        <pc:chgData name="terepisasi@gmail.com" userId="971515731fd9f15a" providerId="LiveId" clId="{36ED532F-54AB-4B9E-9060-519AE8C09717}" dt="2026-05-15T21:16:29.940" v="1344" actId="1076"/>
        <pc:sldMkLst>
          <pc:docMk/>
          <pc:sldMk cId="632721305" sldId="264"/>
        </pc:sldMkLst>
        <pc:spChg chg="add mod">
          <ac:chgData name="terepisasi@gmail.com" userId="971515731fd9f15a" providerId="LiveId" clId="{36ED532F-54AB-4B9E-9060-519AE8C09717}" dt="2026-05-15T21:04:39.207" v="965" actId="14100"/>
          <ac:spMkLst>
            <pc:docMk/>
            <pc:sldMk cId="632721305" sldId="264"/>
            <ac:spMk id="2" creationId="{B747A512-7041-340A-21BA-5384EAD7FE0C}"/>
          </ac:spMkLst>
        </pc:spChg>
        <pc:spChg chg="mod">
          <ac:chgData name="terepisasi@gmail.com" userId="971515731fd9f15a" providerId="LiveId" clId="{36ED532F-54AB-4B9E-9060-519AE8C09717}" dt="2026-05-15T21:16:25.724" v="1342" actId="14100"/>
          <ac:spMkLst>
            <pc:docMk/>
            <pc:sldMk cId="632721305" sldId="264"/>
            <ac:spMk id="3" creationId="{D25B6528-95E9-C004-05B6-06DC6019B096}"/>
          </ac:spMkLst>
        </pc:spChg>
        <pc:picChg chg="add mod">
          <ac:chgData name="terepisasi@gmail.com" userId="971515731fd9f15a" providerId="LiveId" clId="{36ED532F-54AB-4B9E-9060-519AE8C09717}" dt="2026-05-15T21:16:29.940" v="1344" actId="1076"/>
          <ac:picMkLst>
            <pc:docMk/>
            <pc:sldMk cId="632721305" sldId="264"/>
            <ac:picMk id="4" creationId="{1E051C0A-A47C-E36A-8625-1779A670F074}"/>
          </ac:picMkLst>
        </pc:picChg>
      </pc:sldChg>
      <pc:sldChg chg="addSp modSp mod">
        <pc:chgData name="terepisasi@gmail.com" userId="971515731fd9f15a" providerId="LiveId" clId="{36ED532F-54AB-4B9E-9060-519AE8C09717}" dt="2026-05-15T21:16:43.291" v="1348" actId="1076"/>
        <pc:sldMkLst>
          <pc:docMk/>
          <pc:sldMk cId="2515474343" sldId="265"/>
        </pc:sldMkLst>
        <pc:spChg chg="add mod">
          <ac:chgData name="terepisasi@gmail.com" userId="971515731fd9f15a" providerId="LiveId" clId="{36ED532F-54AB-4B9E-9060-519AE8C09717}" dt="2026-05-15T21:04:29.640" v="963" actId="14100"/>
          <ac:spMkLst>
            <pc:docMk/>
            <pc:sldMk cId="2515474343" sldId="265"/>
            <ac:spMk id="2" creationId="{FD82E34C-4395-9429-CF62-C97161FFAC78}"/>
          </ac:spMkLst>
        </pc:spChg>
        <pc:spChg chg="mod">
          <ac:chgData name="terepisasi@gmail.com" userId="971515731fd9f15a" providerId="LiveId" clId="{36ED532F-54AB-4B9E-9060-519AE8C09717}" dt="2026-05-15T21:00:13.390" v="833" actId="20577"/>
          <ac:spMkLst>
            <pc:docMk/>
            <pc:sldMk cId="2515474343" sldId="265"/>
            <ac:spMk id="3" creationId="{CAAA862A-D1D5-98CE-8FF6-B1FC247DB6FF}"/>
          </ac:spMkLst>
        </pc:spChg>
        <pc:picChg chg="add mod">
          <ac:chgData name="terepisasi@gmail.com" userId="971515731fd9f15a" providerId="LiveId" clId="{36ED532F-54AB-4B9E-9060-519AE8C09717}" dt="2026-05-15T21:16:43.291" v="1348" actId="1076"/>
          <ac:picMkLst>
            <pc:docMk/>
            <pc:sldMk cId="2515474343" sldId="265"/>
            <ac:picMk id="4" creationId="{1328AD0F-A2F8-1B54-595C-2202B7436F21}"/>
          </ac:picMkLst>
        </pc:picChg>
      </pc:sldChg>
      <pc:sldChg chg="addSp modSp mod">
        <pc:chgData name="terepisasi@gmail.com" userId="971515731fd9f15a" providerId="LiveId" clId="{36ED532F-54AB-4B9E-9060-519AE8C09717}" dt="2026-05-15T21:16:55.992" v="1351" actId="1076"/>
        <pc:sldMkLst>
          <pc:docMk/>
          <pc:sldMk cId="1978880204" sldId="266"/>
        </pc:sldMkLst>
        <pc:spChg chg="add mod">
          <ac:chgData name="terepisasi@gmail.com" userId="971515731fd9f15a" providerId="LiveId" clId="{36ED532F-54AB-4B9E-9060-519AE8C09717}" dt="2026-05-15T21:04:21.012" v="960" actId="14100"/>
          <ac:spMkLst>
            <pc:docMk/>
            <pc:sldMk cId="1978880204" sldId="266"/>
            <ac:spMk id="2" creationId="{3E2006F5-36E9-59D3-A754-F7D281AA60B8}"/>
          </ac:spMkLst>
        </pc:spChg>
        <pc:spChg chg="mod">
          <ac:chgData name="terepisasi@gmail.com" userId="971515731fd9f15a" providerId="LiveId" clId="{36ED532F-54AB-4B9E-9060-519AE8C09717}" dt="2026-05-15T21:00:58.844" v="859" actId="14100"/>
          <ac:spMkLst>
            <pc:docMk/>
            <pc:sldMk cId="1978880204" sldId="266"/>
            <ac:spMk id="3" creationId="{062229E7-AF67-A1E8-6A6C-62BB1C8795A9}"/>
          </ac:spMkLst>
        </pc:spChg>
        <pc:picChg chg="add mod">
          <ac:chgData name="terepisasi@gmail.com" userId="971515731fd9f15a" providerId="LiveId" clId="{36ED532F-54AB-4B9E-9060-519AE8C09717}" dt="2026-05-15T21:16:55.992" v="1351" actId="1076"/>
          <ac:picMkLst>
            <pc:docMk/>
            <pc:sldMk cId="1978880204" sldId="266"/>
            <ac:picMk id="4" creationId="{E83F9D7A-9AFB-14CB-2AE2-06657CD46E6A}"/>
          </ac:picMkLst>
        </pc:picChg>
      </pc:sldChg>
      <pc:sldChg chg="addSp modSp mod">
        <pc:chgData name="terepisasi@gmail.com" userId="971515731fd9f15a" providerId="LiveId" clId="{36ED532F-54AB-4B9E-9060-519AE8C09717}" dt="2026-05-15T21:17:38.842" v="1357" actId="1076"/>
        <pc:sldMkLst>
          <pc:docMk/>
          <pc:sldMk cId="1129000053" sldId="267"/>
        </pc:sldMkLst>
        <pc:spChg chg="add mod">
          <ac:chgData name="terepisasi@gmail.com" userId="971515731fd9f15a" providerId="LiveId" clId="{36ED532F-54AB-4B9E-9060-519AE8C09717}" dt="2026-05-15T21:04:13.775" v="958" actId="14100"/>
          <ac:spMkLst>
            <pc:docMk/>
            <pc:sldMk cId="1129000053" sldId="267"/>
            <ac:spMk id="2" creationId="{2897A6D7-A44C-6812-9839-8CFFA395254F}"/>
          </ac:spMkLst>
        </pc:spChg>
        <pc:spChg chg="mod">
          <ac:chgData name="terepisasi@gmail.com" userId="971515731fd9f15a" providerId="LiveId" clId="{36ED532F-54AB-4B9E-9060-519AE8C09717}" dt="2026-05-15T21:01:22.627" v="866" actId="1076"/>
          <ac:spMkLst>
            <pc:docMk/>
            <pc:sldMk cId="1129000053" sldId="267"/>
            <ac:spMk id="3" creationId="{177A0F15-2F0E-BF6A-EA74-7B3DED5CC1CF}"/>
          </ac:spMkLst>
        </pc:spChg>
        <pc:picChg chg="add mod modCrop">
          <ac:chgData name="terepisasi@gmail.com" userId="971515731fd9f15a" providerId="LiveId" clId="{36ED532F-54AB-4B9E-9060-519AE8C09717}" dt="2026-05-15T21:17:38.842" v="1357" actId="1076"/>
          <ac:picMkLst>
            <pc:docMk/>
            <pc:sldMk cId="1129000053" sldId="267"/>
            <ac:picMk id="4" creationId="{63B8BEF5-452B-39A4-7C6D-4ECC5329A2C6}"/>
          </ac:picMkLst>
        </pc:picChg>
      </pc:sldChg>
      <pc:sldChg chg="addSp modSp mod">
        <pc:chgData name="terepisasi@gmail.com" userId="971515731fd9f15a" providerId="LiveId" clId="{36ED532F-54AB-4B9E-9060-519AE8C09717}" dt="2026-05-15T21:18:00.506" v="1362" actId="1076"/>
        <pc:sldMkLst>
          <pc:docMk/>
          <pc:sldMk cId="1098734169" sldId="268"/>
        </pc:sldMkLst>
        <pc:spChg chg="add mod">
          <ac:chgData name="terepisasi@gmail.com" userId="971515731fd9f15a" providerId="LiveId" clId="{36ED532F-54AB-4B9E-9060-519AE8C09717}" dt="2026-05-15T21:04:05.670" v="956" actId="14100"/>
          <ac:spMkLst>
            <pc:docMk/>
            <pc:sldMk cId="1098734169" sldId="268"/>
            <ac:spMk id="2" creationId="{F7F2A942-320B-258C-D7D5-03D316D6731B}"/>
          </ac:spMkLst>
        </pc:spChg>
        <pc:spChg chg="mod">
          <ac:chgData name="terepisasi@gmail.com" userId="971515731fd9f15a" providerId="LiveId" clId="{36ED532F-54AB-4B9E-9060-519AE8C09717}" dt="2026-05-15T21:02:07.553" v="879" actId="14100"/>
          <ac:spMkLst>
            <pc:docMk/>
            <pc:sldMk cId="1098734169" sldId="268"/>
            <ac:spMk id="3" creationId="{9C680AA4-0CB4-BF4B-0460-75415FA90FD9}"/>
          </ac:spMkLst>
        </pc:spChg>
        <pc:picChg chg="add mod">
          <ac:chgData name="terepisasi@gmail.com" userId="971515731fd9f15a" providerId="LiveId" clId="{36ED532F-54AB-4B9E-9060-519AE8C09717}" dt="2026-05-15T21:18:00.506" v="1362" actId="1076"/>
          <ac:picMkLst>
            <pc:docMk/>
            <pc:sldMk cId="1098734169" sldId="268"/>
            <ac:picMk id="4" creationId="{9137F6F0-8409-D165-AE8B-76B65250F43B}"/>
          </ac:picMkLst>
        </pc:picChg>
      </pc:sldChg>
      <pc:sldChg chg="addSp modSp mod">
        <pc:chgData name="terepisasi@gmail.com" userId="971515731fd9f15a" providerId="LiveId" clId="{36ED532F-54AB-4B9E-9060-519AE8C09717}" dt="2026-05-15T21:18:28.260" v="1367" actId="1076"/>
        <pc:sldMkLst>
          <pc:docMk/>
          <pc:sldMk cId="90063124" sldId="269"/>
        </pc:sldMkLst>
        <pc:spChg chg="add mod">
          <ac:chgData name="terepisasi@gmail.com" userId="971515731fd9f15a" providerId="LiveId" clId="{36ED532F-54AB-4B9E-9060-519AE8C09717}" dt="2026-05-15T21:03:57.790" v="954" actId="14100"/>
          <ac:spMkLst>
            <pc:docMk/>
            <pc:sldMk cId="90063124" sldId="269"/>
            <ac:spMk id="2" creationId="{1C754195-5E8E-B83C-19A1-B2C28011C127}"/>
          </ac:spMkLst>
        </pc:spChg>
        <pc:spChg chg="mod">
          <ac:chgData name="terepisasi@gmail.com" userId="971515731fd9f15a" providerId="LiveId" clId="{36ED532F-54AB-4B9E-9060-519AE8C09717}" dt="2026-05-15T21:02:24.937" v="884" actId="207"/>
          <ac:spMkLst>
            <pc:docMk/>
            <pc:sldMk cId="90063124" sldId="269"/>
            <ac:spMk id="3" creationId="{1FC5E364-5D37-E872-C76E-64A38C349EEC}"/>
          </ac:spMkLst>
        </pc:spChg>
        <pc:picChg chg="add mod">
          <ac:chgData name="terepisasi@gmail.com" userId="971515731fd9f15a" providerId="LiveId" clId="{36ED532F-54AB-4B9E-9060-519AE8C09717}" dt="2026-05-15T21:18:28.260" v="1367" actId="1076"/>
          <ac:picMkLst>
            <pc:docMk/>
            <pc:sldMk cId="90063124" sldId="269"/>
            <ac:picMk id="4" creationId="{FC36B5EB-7259-545F-CDA7-C0C9F5EEB52E}"/>
          </ac:picMkLst>
        </pc:picChg>
      </pc:sldChg>
      <pc:sldChg chg="addSp modSp mod">
        <pc:chgData name="terepisasi@gmail.com" userId="971515731fd9f15a" providerId="LiveId" clId="{36ED532F-54AB-4B9E-9060-519AE8C09717}" dt="2026-05-15T21:19:16.854" v="1373" actId="14100"/>
        <pc:sldMkLst>
          <pc:docMk/>
          <pc:sldMk cId="3619798421" sldId="270"/>
        </pc:sldMkLst>
        <pc:spChg chg="add mod">
          <ac:chgData name="terepisasi@gmail.com" userId="971515731fd9f15a" providerId="LiveId" clId="{36ED532F-54AB-4B9E-9060-519AE8C09717}" dt="2026-05-15T21:03:49.364" v="952" actId="14100"/>
          <ac:spMkLst>
            <pc:docMk/>
            <pc:sldMk cId="3619798421" sldId="270"/>
            <ac:spMk id="2" creationId="{A3271947-F8F3-5681-B22C-EC6C5AEAABB5}"/>
          </ac:spMkLst>
        </pc:spChg>
        <pc:spChg chg="mod">
          <ac:chgData name="terepisasi@gmail.com" userId="971515731fd9f15a" providerId="LiveId" clId="{36ED532F-54AB-4B9E-9060-519AE8C09717}" dt="2026-05-15T21:19:16.854" v="1373" actId="14100"/>
          <ac:spMkLst>
            <pc:docMk/>
            <pc:sldMk cId="3619798421" sldId="270"/>
            <ac:spMk id="3" creationId="{7A958035-8489-A453-0FBF-E1DCC24BB602}"/>
          </ac:spMkLst>
        </pc:spChg>
        <pc:picChg chg="add mod modCrop">
          <ac:chgData name="terepisasi@gmail.com" userId="971515731fd9f15a" providerId="LiveId" clId="{36ED532F-54AB-4B9E-9060-519AE8C09717}" dt="2026-05-15T21:19:12.288" v="1372" actId="732"/>
          <ac:picMkLst>
            <pc:docMk/>
            <pc:sldMk cId="3619798421" sldId="270"/>
            <ac:picMk id="4" creationId="{9FBFECB5-60D7-37C4-9434-B873DDA684FD}"/>
          </ac:picMkLst>
        </pc:picChg>
      </pc:sldChg>
      <pc:sldChg chg="addSp modSp mod">
        <pc:chgData name="terepisasi@gmail.com" userId="971515731fd9f15a" providerId="LiveId" clId="{36ED532F-54AB-4B9E-9060-519AE8C09717}" dt="2026-05-15T21:19:52.062" v="1380" actId="1076"/>
        <pc:sldMkLst>
          <pc:docMk/>
          <pc:sldMk cId="3428548073" sldId="271"/>
        </pc:sldMkLst>
        <pc:spChg chg="add mod">
          <ac:chgData name="terepisasi@gmail.com" userId="971515731fd9f15a" providerId="LiveId" clId="{36ED532F-54AB-4B9E-9060-519AE8C09717}" dt="2026-05-15T21:03:35.008" v="949" actId="20577"/>
          <ac:spMkLst>
            <pc:docMk/>
            <pc:sldMk cId="3428548073" sldId="271"/>
            <ac:spMk id="2" creationId="{C67F4F40-7A7E-7B1D-35DC-9E03B41A38C5}"/>
          </ac:spMkLst>
        </pc:spChg>
        <pc:spChg chg="mod">
          <ac:chgData name="terepisasi@gmail.com" userId="971515731fd9f15a" providerId="LiveId" clId="{36ED532F-54AB-4B9E-9060-519AE8C09717}" dt="2026-05-15T21:03:42.215" v="950" actId="1076"/>
          <ac:spMkLst>
            <pc:docMk/>
            <pc:sldMk cId="3428548073" sldId="271"/>
            <ac:spMk id="3" creationId="{78AFCA79-3A5B-EFB5-0CFA-104218F295F3}"/>
          </ac:spMkLst>
        </pc:spChg>
        <pc:picChg chg="add mod">
          <ac:chgData name="terepisasi@gmail.com" userId="971515731fd9f15a" providerId="LiveId" clId="{36ED532F-54AB-4B9E-9060-519AE8C09717}" dt="2026-05-15T21:19:52.062" v="1380" actId="1076"/>
          <ac:picMkLst>
            <pc:docMk/>
            <pc:sldMk cId="3428548073" sldId="271"/>
            <ac:picMk id="4" creationId="{298C912D-62C5-B762-DDF4-C4D551994E48}"/>
          </ac:picMkLst>
        </pc:picChg>
      </pc:sldChg>
      <pc:sldChg chg="addSp modSp mod">
        <pc:chgData name="terepisasi@gmail.com" userId="971515731fd9f15a" providerId="LiveId" clId="{36ED532F-54AB-4B9E-9060-519AE8C09717}" dt="2026-05-15T21:05:48.650" v="1008" actId="20577"/>
        <pc:sldMkLst>
          <pc:docMk/>
          <pc:sldMk cId="3649727246" sldId="272"/>
        </pc:sldMkLst>
        <pc:spChg chg="add mod">
          <ac:chgData name="terepisasi@gmail.com" userId="971515731fd9f15a" providerId="LiveId" clId="{36ED532F-54AB-4B9E-9060-519AE8C09717}" dt="2026-05-15T21:05:48.650" v="1008" actId="20577"/>
          <ac:spMkLst>
            <pc:docMk/>
            <pc:sldMk cId="3649727246" sldId="272"/>
            <ac:spMk id="2" creationId="{03FC9C2D-7890-9153-024B-80F3430387FC}"/>
          </ac:spMkLst>
        </pc:spChg>
        <pc:spChg chg="mod">
          <ac:chgData name="terepisasi@gmail.com" userId="971515731fd9f15a" providerId="LiveId" clId="{36ED532F-54AB-4B9E-9060-519AE8C09717}" dt="2026-05-15T21:05:46.490" v="1007" actId="207"/>
          <ac:spMkLst>
            <pc:docMk/>
            <pc:sldMk cId="3649727246" sldId="272"/>
            <ac:spMk id="3" creationId="{39638FCC-C232-C523-344A-787B523FA120}"/>
          </ac:spMkLst>
        </pc:spChg>
      </pc:sldChg>
      <pc:sldChg chg="addSp modSp mod">
        <pc:chgData name="terepisasi@gmail.com" userId="971515731fd9f15a" providerId="LiveId" clId="{36ED532F-54AB-4B9E-9060-519AE8C09717}" dt="2026-05-15T21:20:24.176" v="1387" actId="1076"/>
        <pc:sldMkLst>
          <pc:docMk/>
          <pc:sldMk cId="1013306160" sldId="273"/>
        </pc:sldMkLst>
        <pc:spChg chg="add mod">
          <ac:chgData name="terepisasi@gmail.com" userId="971515731fd9f15a" providerId="LiveId" clId="{36ED532F-54AB-4B9E-9060-519AE8C09717}" dt="2026-05-15T21:06:30.842" v="1039" actId="207"/>
          <ac:spMkLst>
            <pc:docMk/>
            <pc:sldMk cId="1013306160" sldId="273"/>
            <ac:spMk id="2" creationId="{515AB4F4-7CC5-5C54-F10C-F2E427853274}"/>
          </ac:spMkLst>
        </pc:spChg>
        <pc:spChg chg="mod">
          <ac:chgData name="terepisasi@gmail.com" userId="971515731fd9f15a" providerId="LiveId" clId="{36ED532F-54AB-4B9E-9060-519AE8C09717}" dt="2026-05-15T21:06:40.507" v="1040" actId="1076"/>
          <ac:spMkLst>
            <pc:docMk/>
            <pc:sldMk cId="1013306160" sldId="273"/>
            <ac:spMk id="3" creationId="{9504BA64-713C-8A3A-5718-5083C555B80D}"/>
          </ac:spMkLst>
        </pc:spChg>
        <pc:picChg chg="add mod">
          <ac:chgData name="terepisasi@gmail.com" userId="971515731fd9f15a" providerId="LiveId" clId="{36ED532F-54AB-4B9E-9060-519AE8C09717}" dt="2026-05-15T21:20:24.176" v="1387" actId="1076"/>
          <ac:picMkLst>
            <pc:docMk/>
            <pc:sldMk cId="1013306160" sldId="273"/>
            <ac:picMk id="4" creationId="{3DBFE167-F365-1E07-8CA2-B2F7550E9B01}"/>
          </ac:picMkLst>
        </pc:picChg>
      </pc:sldChg>
      <pc:sldChg chg="addSp modSp mod">
        <pc:chgData name="terepisasi@gmail.com" userId="971515731fd9f15a" providerId="LiveId" clId="{36ED532F-54AB-4B9E-9060-519AE8C09717}" dt="2026-05-15T21:20:39.941" v="1392" actId="1076"/>
        <pc:sldMkLst>
          <pc:docMk/>
          <pc:sldMk cId="3363628574" sldId="274"/>
        </pc:sldMkLst>
        <pc:spChg chg="add mod">
          <ac:chgData name="terepisasi@gmail.com" userId="971515731fd9f15a" providerId="LiveId" clId="{36ED532F-54AB-4B9E-9060-519AE8C09717}" dt="2026-05-15T21:07:02.774" v="1074" actId="14100"/>
          <ac:spMkLst>
            <pc:docMk/>
            <pc:sldMk cId="3363628574" sldId="274"/>
            <ac:spMk id="2" creationId="{F1D5A76F-7512-FD58-0D1C-4B22687AC776}"/>
          </ac:spMkLst>
        </pc:spChg>
        <pc:spChg chg="mod">
          <ac:chgData name="terepisasi@gmail.com" userId="971515731fd9f15a" providerId="LiveId" clId="{36ED532F-54AB-4B9E-9060-519AE8C09717}" dt="2026-05-15T21:07:28.470" v="1082" actId="1076"/>
          <ac:spMkLst>
            <pc:docMk/>
            <pc:sldMk cId="3363628574" sldId="274"/>
            <ac:spMk id="5" creationId="{5EAC09B0-6E02-B8EC-2713-DF583F78AE27}"/>
          </ac:spMkLst>
        </pc:spChg>
        <pc:picChg chg="add mod">
          <ac:chgData name="terepisasi@gmail.com" userId="971515731fd9f15a" providerId="LiveId" clId="{36ED532F-54AB-4B9E-9060-519AE8C09717}" dt="2026-05-15T21:20:39.941" v="1392" actId="1076"/>
          <ac:picMkLst>
            <pc:docMk/>
            <pc:sldMk cId="3363628574" sldId="274"/>
            <ac:picMk id="3" creationId="{77180E36-DF0A-6D19-B6B3-6E7995E8942F}"/>
          </ac:picMkLst>
        </pc:picChg>
      </pc:sldChg>
      <pc:sldChg chg="addSp modSp mod">
        <pc:chgData name="terepisasi@gmail.com" userId="971515731fd9f15a" providerId="LiveId" clId="{36ED532F-54AB-4B9E-9060-519AE8C09717}" dt="2026-05-15T21:52:31.343" v="1430" actId="1076"/>
        <pc:sldMkLst>
          <pc:docMk/>
          <pc:sldMk cId="2701956316" sldId="275"/>
        </pc:sldMkLst>
        <pc:spChg chg="mod">
          <ac:chgData name="terepisasi@gmail.com" userId="971515731fd9f15a" providerId="LiveId" clId="{36ED532F-54AB-4B9E-9060-519AE8C09717}" dt="2026-05-15T21:52:06.855" v="1428" actId="207"/>
          <ac:spMkLst>
            <pc:docMk/>
            <pc:sldMk cId="2701956316" sldId="275"/>
            <ac:spMk id="3" creationId="{3E0998D8-CF93-9051-EA70-C8B6E71EA4C8}"/>
          </ac:spMkLst>
        </pc:spChg>
        <pc:picChg chg="add mod">
          <ac:chgData name="terepisasi@gmail.com" userId="971515731fd9f15a" providerId="LiveId" clId="{36ED532F-54AB-4B9E-9060-519AE8C09717}" dt="2026-05-15T21:52:31.343" v="1430" actId="1076"/>
          <ac:picMkLst>
            <pc:docMk/>
            <pc:sldMk cId="2701956316" sldId="275"/>
            <ac:picMk id="4" creationId="{CE0AC2B2-D0A0-DA2F-D0B2-2DF15A8F271B}"/>
          </ac:picMkLst>
        </pc:picChg>
      </pc:sldChg>
      <pc:sldChg chg="addSp delSp modSp mod">
        <pc:chgData name="terepisasi@gmail.com" userId="971515731fd9f15a" providerId="LiveId" clId="{36ED532F-54AB-4B9E-9060-519AE8C09717}" dt="2026-05-15T21:23:12.315" v="1400" actId="1076"/>
        <pc:sldMkLst>
          <pc:docMk/>
          <pc:sldMk cId="3298786160" sldId="276"/>
        </pc:sldMkLst>
        <pc:spChg chg="mod">
          <ac:chgData name="terepisasi@gmail.com" userId="971515731fd9f15a" providerId="LiveId" clId="{36ED532F-54AB-4B9E-9060-519AE8C09717}" dt="2026-05-15T21:20:43.638" v="1393" actId="1076"/>
          <ac:spMkLst>
            <pc:docMk/>
            <pc:sldMk cId="3298786160" sldId="276"/>
            <ac:spMk id="3" creationId="{ACBBF04E-83C0-B659-F505-6810622CCC4A}"/>
          </ac:spMkLst>
        </pc:spChg>
        <pc:spChg chg="add del mod">
          <ac:chgData name="terepisasi@gmail.com" userId="971515731fd9f15a" providerId="LiveId" clId="{36ED532F-54AB-4B9E-9060-519AE8C09717}" dt="2026-05-15T20:30:49.939" v="363" actId="22"/>
          <ac:spMkLst>
            <pc:docMk/>
            <pc:sldMk cId="3298786160" sldId="276"/>
            <ac:spMk id="4" creationId="{94893A55-AD89-35FB-AACE-B336B81F2803}"/>
          </ac:spMkLst>
        </pc:spChg>
        <pc:spChg chg="add del mod">
          <ac:chgData name="terepisasi@gmail.com" userId="971515731fd9f15a" providerId="LiveId" clId="{36ED532F-54AB-4B9E-9060-519AE8C09717}" dt="2026-05-15T21:08:22.005" v="1099" actId="478"/>
          <ac:spMkLst>
            <pc:docMk/>
            <pc:sldMk cId="3298786160" sldId="276"/>
            <ac:spMk id="6" creationId="{07AB1BA5-8BE8-9909-FF00-CB9F3C704C22}"/>
          </ac:spMkLst>
        </pc:spChg>
        <pc:spChg chg="add mod">
          <ac:chgData name="terepisasi@gmail.com" userId="971515731fd9f15a" providerId="LiveId" clId="{36ED532F-54AB-4B9E-9060-519AE8C09717}" dt="2026-05-15T21:11:50.065" v="1248" actId="2710"/>
          <ac:spMkLst>
            <pc:docMk/>
            <pc:sldMk cId="3298786160" sldId="276"/>
            <ac:spMk id="10" creationId="{FA09B343-A952-C246-B635-8C0457881D95}"/>
          </ac:spMkLst>
        </pc:spChg>
        <pc:picChg chg="add del mod">
          <ac:chgData name="terepisasi@gmail.com" userId="971515731fd9f15a" providerId="LiveId" clId="{36ED532F-54AB-4B9E-9060-519AE8C09717}" dt="2026-05-15T21:08:43.264" v="1106" actId="478"/>
          <ac:picMkLst>
            <pc:docMk/>
            <pc:sldMk cId="3298786160" sldId="276"/>
            <ac:picMk id="8" creationId="{2D8D8390-FACA-788A-7BAE-5DCEED05179C}"/>
          </ac:picMkLst>
        </pc:picChg>
        <pc:picChg chg="add del mod">
          <ac:chgData name="terepisasi@gmail.com" userId="971515731fd9f15a" providerId="LiveId" clId="{36ED532F-54AB-4B9E-9060-519AE8C09717}" dt="2026-05-15T21:21:07.497" v="1397" actId="478"/>
          <ac:picMkLst>
            <pc:docMk/>
            <pc:sldMk cId="3298786160" sldId="276"/>
            <ac:picMk id="11" creationId="{E591A8DA-9584-62D3-5D22-9FF3DD2C04D6}"/>
          </ac:picMkLst>
        </pc:picChg>
        <pc:picChg chg="add mod">
          <ac:chgData name="terepisasi@gmail.com" userId="971515731fd9f15a" providerId="LiveId" clId="{36ED532F-54AB-4B9E-9060-519AE8C09717}" dt="2026-05-15T21:23:12.315" v="1400" actId="1076"/>
          <ac:picMkLst>
            <pc:docMk/>
            <pc:sldMk cId="3298786160" sldId="276"/>
            <ac:picMk id="12" creationId="{EE20DFA3-5BFD-CC9A-84B6-34CA4B4EC697}"/>
          </ac:picMkLst>
        </pc:picChg>
      </pc:sldChg>
      <pc:sldChg chg="addSp delSp modSp mod">
        <pc:chgData name="terepisasi@gmail.com" userId="971515731fd9f15a" providerId="LiveId" clId="{36ED532F-54AB-4B9E-9060-519AE8C09717}" dt="2026-05-15T21:24:01.846" v="1403" actId="1076"/>
        <pc:sldMkLst>
          <pc:docMk/>
          <pc:sldMk cId="1100623933" sldId="277"/>
        </pc:sldMkLst>
        <pc:spChg chg="mod">
          <ac:chgData name="terepisasi@gmail.com" userId="971515731fd9f15a" providerId="LiveId" clId="{36ED532F-54AB-4B9E-9060-519AE8C09717}" dt="2026-05-15T21:12:03.342" v="1251" actId="2085"/>
          <ac:spMkLst>
            <pc:docMk/>
            <pc:sldMk cId="1100623933" sldId="277"/>
            <ac:spMk id="3" creationId="{72342B4B-387A-BEEE-36FB-587B09823D7E}"/>
          </ac:spMkLst>
        </pc:spChg>
        <pc:spChg chg="add del mod">
          <ac:chgData name="terepisasi@gmail.com" userId="971515731fd9f15a" providerId="LiveId" clId="{36ED532F-54AB-4B9E-9060-519AE8C09717}" dt="2026-05-15T20:34:32.435" v="390" actId="22"/>
          <ac:spMkLst>
            <pc:docMk/>
            <pc:sldMk cId="1100623933" sldId="277"/>
            <ac:spMk id="4" creationId="{F7787AA5-452B-7EC4-A887-036C36AADE17}"/>
          </ac:spMkLst>
        </pc:spChg>
        <pc:spChg chg="add mod">
          <ac:chgData name="terepisasi@gmail.com" userId="971515731fd9f15a" providerId="LiveId" clId="{36ED532F-54AB-4B9E-9060-519AE8C09717}" dt="2026-05-15T21:12:12.842" v="1254" actId="2710"/>
          <ac:spMkLst>
            <pc:docMk/>
            <pc:sldMk cId="1100623933" sldId="277"/>
            <ac:spMk id="6" creationId="{CBF95B57-5DF7-551C-D445-4E470D05D665}"/>
          </ac:spMkLst>
        </pc:spChg>
        <pc:picChg chg="add mod">
          <ac:chgData name="terepisasi@gmail.com" userId="971515731fd9f15a" providerId="LiveId" clId="{36ED532F-54AB-4B9E-9060-519AE8C09717}" dt="2026-05-15T21:24:01.846" v="1403" actId="1076"/>
          <ac:picMkLst>
            <pc:docMk/>
            <pc:sldMk cId="1100623933" sldId="277"/>
            <ac:picMk id="7" creationId="{82B85299-9729-ABBA-8F63-61F91C204948}"/>
          </ac:picMkLst>
        </pc:picChg>
      </pc:sldChg>
      <pc:sldChg chg="addSp modSp mod">
        <pc:chgData name="terepisasi@gmail.com" userId="971515731fd9f15a" providerId="LiveId" clId="{36ED532F-54AB-4B9E-9060-519AE8C09717}" dt="2026-05-15T21:25:16.331" v="1406" actId="1076"/>
        <pc:sldMkLst>
          <pc:docMk/>
          <pc:sldMk cId="1164567845" sldId="278"/>
        </pc:sldMkLst>
        <pc:spChg chg="mod">
          <ac:chgData name="terepisasi@gmail.com" userId="971515731fd9f15a" providerId="LiveId" clId="{36ED532F-54AB-4B9E-9060-519AE8C09717}" dt="2026-05-15T21:12:32.030" v="1283" actId="113"/>
          <ac:spMkLst>
            <pc:docMk/>
            <pc:sldMk cId="1164567845" sldId="278"/>
            <ac:spMk id="3" creationId="{57FA7874-6F12-DE64-D3CE-F1876FFD827B}"/>
          </ac:spMkLst>
        </pc:spChg>
        <pc:spChg chg="add mod">
          <ac:chgData name="terepisasi@gmail.com" userId="971515731fd9f15a" providerId="LiveId" clId="{36ED532F-54AB-4B9E-9060-519AE8C09717}" dt="2026-05-15T21:11:45.392" v="1247" actId="2710"/>
          <ac:spMkLst>
            <pc:docMk/>
            <pc:sldMk cId="1164567845" sldId="278"/>
            <ac:spMk id="4" creationId="{66CC1842-951A-8D65-01F8-60C30B669276}"/>
          </ac:spMkLst>
        </pc:spChg>
        <pc:picChg chg="add mod">
          <ac:chgData name="terepisasi@gmail.com" userId="971515731fd9f15a" providerId="LiveId" clId="{36ED532F-54AB-4B9E-9060-519AE8C09717}" dt="2026-05-15T21:25:16.331" v="1406" actId="1076"/>
          <ac:picMkLst>
            <pc:docMk/>
            <pc:sldMk cId="1164567845" sldId="278"/>
            <ac:picMk id="5" creationId="{39829249-9EE2-8973-3A63-71797218D78A}"/>
          </ac:picMkLst>
        </pc:picChg>
      </pc:sldChg>
      <pc:sldChg chg="addSp modSp mod">
        <pc:chgData name="terepisasi@gmail.com" userId="971515731fd9f15a" providerId="LiveId" clId="{36ED532F-54AB-4B9E-9060-519AE8C09717}" dt="2026-05-15T21:14:37.275" v="1331" actId="1076"/>
        <pc:sldMkLst>
          <pc:docMk/>
          <pc:sldMk cId="328404160" sldId="279"/>
        </pc:sldMkLst>
        <pc:spChg chg="mod">
          <ac:chgData name="terepisasi@gmail.com" userId="971515731fd9f15a" providerId="LiveId" clId="{36ED532F-54AB-4B9E-9060-519AE8C09717}" dt="2026-05-15T21:14:37.275" v="1331" actId="1076"/>
          <ac:spMkLst>
            <pc:docMk/>
            <pc:sldMk cId="328404160" sldId="279"/>
            <ac:spMk id="3" creationId="{CBDB89C1-57AF-B0CD-1A44-770129D7C1AF}"/>
          </ac:spMkLst>
        </pc:spChg>
        <pc:spChg chg="add mod">
          <ac:chgData name="terepisasi@gmail.com" userId="971515731fd9f15a" providerId="LiveId" clId="{36ED532F-54AB-4B9E-9060-519AE8C09717}" dt="2026-05-15T21:13:27.334" v="1318" actId="113"/>
          <ac:spMkLst>
            <pc:docMk/>
            <pc:sldMk cId="328404160" sldId="279"/>
            <ac:spMk id="4" creationId="{534F3D42-2B0D-F7CE-0A10-7CE46278EA80}"/>
          </ac:spMkLst>
        </pc:spChg>
        <pc:spChg chg="add mod ord">
          <ac:chgData name="terepisasi@gmail.com" userId="971515731fd9f15a" providerId="LiveId" clId="{36ED532F-54AB-4B9E-9060-519AE8C09717}" dt="2026-05-15T21:14:29.040" v="1329" actId="1076"/>
          <ac:spMkLst>
            <pc:docMk/>
            <pc:sldMk cId="328404160" sldId="279"/>
            <ac:spMk id="5" creationId="{850A931C-F5E6-B86B-37FC-FEBA6E53F87A}"/>
          </ac:spMkLst>
        </pc:spChg>
      </pc:sldChg>
      <pc:sldChg chg="addSp modSp new mod">
        <pc:chgData name="terepisasi@gmail.com" userId="971515731fd9f15a" providerId="LiveId" clId="{36ED532F-54AB-4B9E-9060-519AE8C09717}" dt="2026-05-15T21:16:05.530" v="1337" actId="1076"/>
        <pc:sldMkLst>
          <pc:docMk/>
          <pc:sldMk cId="3211165735" sldId="280"/>
        </pc:sldMkLst>
        <pc:spChg chg="add mod">
          <ac:chgData name="terepisasi@gmail.com" userId="971515731fd9f15a" providerId="LiveId" clId="{36ED532F-54AB-4B9E-9060-519AE8C09717}" dt="2026-05-15T21:05:00.473" v="974" actId="20577"/>
          <ac:spMkLst>
            <pc:docMk/>
            <pc:sldMk cId="3211165735" sldId="280"/>
            <ac:spMk id="2" creationId="{2F4B2E08-A5D2-E0B9-2905-1E83A335CEEE}"/>
          </ac:spMkLst>
        </pc:spChg>
        <pc:spChg chg="add mod">
          <ac:chgData name="terepisasi@gmail.com" userId="971515731fd9f15a" providerId="LiveId" clId="{36ED532F-54AB-4B9E-9060-519AE8C09717}" dt="2026-05-15T21:04:45.066" v="967" actId="14100"/>
          <ac:spMkLst>
            <pc:docMk/>
            <pc:sldMk cId="3211165735" sldId="280"/>
            <ac:spMk id="3" creationId="{C3635BCC-B989-90FF-F6D4-7D9C5F91CDD5}"/>
          </ac:spMkLst>
        </pc:spChg>
        <pc:picChg chg="add mod">
          <ac:chgData name="terepisasi@gmail.com" userId="971515731fd9f15a" providerId="LiveId" clId="{36ED532F-54AB-4B9E-9060-519AE8C09717}" dt="2026-05-15T21:16:05.530" v="1337" actId="1076"/>
          <ac:picMkLst>
            <pc:docMk/>
            <pc:sldMk cId="3211165735" sldId="280"/>
            <ac:picMk id="4" creationId="{880BA94B-004D-E4AE-3DB7-27DC7CD03004}"/>
          </ac:picMkLst>
        </pc:picChg>
      </pc:sldChg>
      <pc:sldChg chg="addSp delSp modSp add mod">
        <pc:chgData name="terepisasi@gmail.com" userId="971515731fd9f15a" providerId="LiveId" clId="{36ED532F-54AB-4B9E-9060-519AE8C09717}" dt="2026-05-15T21:53:36.535" v="1443" actId="1076"/>
        <pc:sldMkLst>
          <pc:docMk/>
          <pc:sldMk cId="185805159" sldId="281"/>
        </pc:sldMkLst>
        <pc:picChg chg="del">
          <ac:chgData name="terepisasi@gmail.com" userId="971515731fd9f15a" providerId="LiveId" clId="{36ED532F-54AB-4B9E-9060-519AE8C09717}" dt="2026-05-15T21:53:18.471" v="1434" actId="21"/>
          <ac:picMkLst>
            <pc:docMk/>
            <pc:sldMk cId="185805159" sldId="281"/>
            <ac:picMk id="4" creationId="{A0A833B1-D80D-8FE0-7D23-4518BB74D1D8}"/>
          </ac:picMkLst>
        </pc:picChg>
        <pc:picChg chg="add mod">
          <ac:chgData name="terepisasi@gmail.com" userId="971515731fd9f15a" providerId="LiveId" clId="{36ED532F-54AB-4B9E-9060-519AE8C09717}" dt="2026-05-15T21:53:36.535" v="1443" actId="1076"/>
          <ac:picMkLst>
            <pc:docMk/>
            <pc:sldMk cId="185805159" sldId="281"/>
            <ac:picMk id="5" creationId="{A814A212-D211-8E9F-3E9B-A50F62ABD141}"/>
          </ac:picMkLst>
        </pc:picChg>
      </pc:sldChg>
      <pc:sldChg chg="addSp delSp modSp add mod">
        <pc:chgData name="terepisasi@gmail.com" userId="971515731fd9f15a" providerId="LiveId" clId="{36ED532F-54AB-4B9E-9060-519AE8C09717}" dt="2026-05-15T21:54:23.675" v="1448" actId="1076"/>
        <pc:sldMkLst>
          <pc:docMk/>
          <pc:sldMk cId="2722310808" sldId="282"/>
        </pc:sldMkLst>
        <pc:picChg chg="add mod modCrop">
          <ac:chgData name="terepisasi@gmail.com" userId="971515731fd9f15a" providerId="LiveId" clId="{36ED532F-54AB-4B9E-9060-519AE8C09717}" dt="2026-05-15T21:54:23.675" v="1448" actId="1076"/>
          <ac:picMkLst>
            <pc:docMk/>
            <pc:sldMk cId="2722310808" sldId="282"/>
            <ac:picMk id="4" creationId="{231BDB93-DAA3-E3C6-5DCA-09586E92E274}"/>
          </ac:picMkLst>
        </pc:picChg>
        <pc:picChg chg="del">
          <ac:chgData name="terepisasi@gmail.com" userId="971515731fd9f15a" providerId="LiveId" clId="{36ED532F-54AB-4B9E-9060-519AE8C09717}" dt="2026-05-15T21:54:11.489" v="1445" actId="478"/>
          <ac:picMkLst>
            <pc:docMk/>
            <pc:sldMk cId="2722310808" sldId="282"/>
            <ac:picMk id="5" creationId="{3155B7BA-36A1-1511-3846-F5A1C7014EBB}"/>
          </ac:picMkLst>
        </pc:picChg>
      </pc:sldChg>
      <pc:sldChg chg="addSp delSp modSp add mod">
        <pc:chgData name="terepisasi@gmail.com" userId="971515731fd9f15a" providerId="LiveId" clId="{36ED532F-54AB-4B9E-9060-519AE8C09717}" dt="2026-05-15T21:55:04.272" v="1455" actId="1076"/>
        <pc:sldMkLst>
          <pc:docMk/>
          <pc:sldMk cId="2947299458" sldId="283"/>
        </pc:sldMkLst>
        <pc:picChg chg="del">
          <ac:chgData name="terepisasi@gmail.com" userId="971515731fd9f15a" providerId="LiveId" clId="{36ED532F-54AB-4B9E-9060-519AE8C09717}" dt="2026-05-15T21:54:49.746" v="1450" actId="478"/>
          <ac:picMkLst>
            <pc:docMk/>
            <pc:sldMk cId="2947299458" sldId="283"/>
            <ac:picMk id="4" creationId="{58BB749F-FC99-F2FA-1AE6-EB6934A986D5}"/>
          </ac:picMkLst>
        </pc:picChg>
        <pc:picChg chg="add mod">
          <ac:chgData name="terepisasi@gmail.com" userId="971515731fd9f15a" providerId="LiveId" clId="{36ED532F-54AB-4B9E-9060-519AE8C09717}" dt="2026-05-15T21:55:04.272" v="1455" actId="1076"/>
          <ac:picMkLst>
            <pc:docMk/>
            <pc:sldMk cId="2947299458" sldId="283"/>
            <ac:picMk id="5" creationId="{5469CC2A-2DF2-8BA6-9AFF-10A1F317D8B2}"/>
          </ac:picMkLst>
        </pc:picChg>
      </pc:sldChg>
      <pc:sldChg chg="addSp delSp modSp add mod">
        <pc:chgData name="terepisasi@gmail.com" userId="971515731fd9f15a" providerId="LiveId" clId="{36ED532F-54AB-4B9E-9060-519AE8C09717}" dt="2026-05-15T21:55:56.704" v="1463" actId="1076"/>
        <pc:sldMkLst>
          <pc:docMk/>
          <pc:sldMk cId="3687795863" sldId="284"/>
        </pc:sldMkLst>
        <pc:picChg chg="add mod">
          <ac:chgData name="terepisasi@gmail.com" userId="971515731fd9f15a" providerId="LiveId" clId="{36ED532F-54AB-4B9E-9060-519AE8C09717}" dt="2026-05-15T21:55:56.704" v="1463" actId="1076"/>
          <ac:picMkLst>
            <pc:docMk/>
            <pc:sldMk cId="3687795863" sldId="284"/>
            <ac:picMk id="4" creationId="{D377E256-604B-B188-B86A-13AB5F181144}"/>
          </ac:picMkLst>
        </pc:picChg>
        <pc:picChg chg="del">
          <ac:chgData name="terepisasi@gmail.com" userId="971515731fd9f15a" providerId="LiveId" clId="{36ED532F-54AB-4B9E-9060-519AE8C09717}" dt="2026-05-15T21:55:46.662" v="1457" actId="478"/>
          <ac:picMkLst>
            <pc:docMk/>
            <pc:sldMk cId="3687795863" sldId="284"/>
            <ac:picMk id="5" creationId="{221F95C2-3A9C-6479-CED8-A40C9B36ABD4}"/>
          </ac:picMkLst>
        </pc:picChg>
      </pc:sldChg>
      <pc:sldChg chg="addSp delSp modSp add mod">
        <pc:chgData name="terepisasi@gmail.com" userId="971515731fd9f15a" providerId="LiveId" clId="{36ED532F-54AB-4B9E-9060-519AE8C09717}" dt="2026-05-15T21:56:45.318" v="1468" actId="1076"/>
        <pc:sldMkLst>
          <pc:docMk/>
          <pc:sldMk cId="3658202684" sldId="285"/>
        </pc:sldMkLst>
        <pc:picChg chg="del">
          <ac:chgData name="terepisasi@gmail.com" userId="971515731fd9f15a" providerId="LiveId" clId="{36ED532F-54AB-4B9E-9060-519AE8C09717}" dt="2026-05-15T21:56:32.746" v="1465" actId="478"/>
          <ac:picMkLst>
            <pc:docMk/>
            <pc:sldMk cId="3658202684" sldId="285"/>
            <ac:picMk id="4" creationId="{7C06362D-8389-3DCC-FD96-68CC90AB7C56}"/>
          </ac:picMkLst>
        </pc:picChg>
        <pc:picChg chg="add mod">
          <ac:chgData name="terepisasi@gmail.com" userId="971515731fd9f15a" providerId="LiveId" clId="{36ED532F-54AB-4B9E-9060-519AE8C09717}" dt="2026-05-15T21:56:45.318" v="1468" actId="1076"/>
          <ac:picMkLst>
            <pc:docMk/>
            <pc:sldMk cId="3658202684" sldId="285"/>
            <ac:picMk id="5" creationId="{D74A6861-8A9E-51F0-1042-5DD7BF4E22D8}"/>
          </ac:picMkLst>
        </pc:picChg>
      </pc:sldChg>
      <pc:sldChg chg="addSp delSp modSp add mod">
        <pc:chgData name="terepisasi@gmail.com" userId="971515731fd9f15a" providerId="LiveId" clId="{36ED532F-54AB-4B9E-9060-519AE8C09717}" dt="2026-05-15T21:57:18.524" v="1474" actId="1076"/>
        <pc:sldMkLst>
          <pc:docMk/>
          <pc:sldMk cId="1183375235" sldId="286"/>
        </pc:sldMkLst>
        <pc:picChg chg="add mod">
          <ac:chgData name="terepisasi@gmail.com" userId="971515731fd9f15a" providerId="LiveId" clId="{36ED532F-54AB-4B9E-9060-519AE8C09717}" dt="2026-05-15T21:57:18.524" v="1474" actId="1076"/>
          <ac:picMkLst>
            <pc:docMk/>
            <pc:sldMk cId="1183375235" sldId="286"/>
            <ac:picMk id="4" creationId="{2FEDF380-8DC4-40CE-A4A0-F178ADD08951}"/>
          </ac:picMkLst>
        </pc:picChg>
        <pc:picChg chg="del">
          <ac:chgData name="terepisasi@gmail.com" userId="971515731fd9f15a" providerId="LiveId" clId="{36ED532F-54AB-4B9E-9060-519AE8C09717}" dt="2026-05-15T21:57:10.678" v="1470" actId="478"/>
          <ac:picMkLst>
            <pc:docMk/>
            <pc:sldMk cId="1183375235" sldId="286"/>
            <ac:picMk id="5" creationId="{1F9E404F-1F46-F9A3-7F3D-5846BF3ABDF6}"/>
          </ac:picMkLst>
        </pc:picChg>
      </pc:sldChg>
      <pc:sldChg chg="addSp delSp modSp add mod">
        <pc:chgData name="terepisasi@gmail.com" userId="971515731fd9f15a" providerId="LiveId" clId="{36ED532F-54AB-4B9E-9060-519AE8C09717}" dt="2026-05-15T21:58:21.018" v="1489" actId="1076"/>
        <pc:sldMkLst>
          <pc:docMk/>
          <pc:sldMk cId="3004212719" sldId="287"/>
        </pc:sldMkLst>
        <pc:picChg chg="del">
          <ac:chgData name="terepisasi@gmail.com" userId="971515731fd9f15a" providerId="LiveId" clId="{36ED532F-54AB-4B9E-9060-519AE8C09717}" dt="2026-05-15T21:57:38.582" v="1476" actId="478"/>
          <ac:picMkLst>
            <pc:docMk/>
            <pc:sldMk cId="3004212719" sldId="287"/>
            <ac:picMk id="4" creationId="{AD75698A-1E12-085F-7C8C-AA34AE37CECF}"/>
          </ac:picMkLst>
        </pc:picChg>
        <pc:picChg chg="add mod modCrop">
          <ac:chgData name="terepisasi@gmail.com" userId="971515731fd9f15a" providerId="LiveId" clId="{36ED532F-54AB-4B9E-9060-519AE8C09717}" dt="2026-05-15T21:58:21.018" v="1489" actId="1076"/>
          <ac:picMkLst>
            <pc:docMk/>
            <pc:sldMk cId="3004212719" sldId="287"/>
            <ac:picMk id="5" creationId="{B11F09C7-5D47-32C5-13E7-0CFA489EE5B8}"/>
          </ac:picMkLst>
        </pc:picChg>
      </pc:sldChg>
      <pc:sldChg chg="add">
        <pc:chgData name="terepisasi@gmail.com" userId="971515731fd9f15a" providerId="LiveId" clId="{36ED532F-54AB-4B9E-9060-519AE8C09717}" dt="2026-05-15T21:58:03.858" v="1486" actId="2890"/>
        <pc:sldMkLst>
          <pc:docMk/>
          <pc:sldMk cId="3485733146" sldId="288"/>
        </pc:sldMkLst>
      </pc:sldChg>
      <pc:sldChg chg="addSp delSp modSp add mod">
        <pc:chgData name="terepisasi@gmail.com" userId="971515731fd9f15a" providerId="LiveId" clId="{36ED532F-54AB-4B9E-9060-519AE8C09717}" dt="2026-05-15T21:59:25.146" v="1496" actId="1076"/>
        <pc:sldMkLst>
          <pc:docMk/>
          <pc:sldMk cId="12087083" sldId="289"/>
        </pc:sldMkLst>
        <pc:picChg chg="add mod modCrop">
          <ac:chgData name="terepisasi@gmail.com" userId="971515731fd9f15a" providerId="LiveId" clId="{36ED532F-54AB-4B9E-9060-519AE8C09717}" dt="2026-05-15T21:59:25.146" v="1496" actId="1076"/>
          <ac:picMkLst>
            <pc:docMk/>
            <pc:sldMk cId="12087083" sldId="289"/>
            <ac:picMk id="4" creationId="{BC8A0D0B-C8A0-4ADE-30A1-5AEA42155010}"/>
          </ac:picMkLst>
        </pc:picChg>
        <pc:picChg chg="del">
          <ac:chgData name="terepisasi@gmail.com" userId="971515731fd9f15a" providerId="LiveId" clId="{36ED532F-54AB-4B9E-9060-519AE8C09717}" dt="2026-05-15T21:58:34.991" v="1491" actId="478"/>
          <ac:picMkLst>
            <pc:docMk/>
            <pc:sldMk cId="12087083" sldId="289"/>
            <ac:picMk id="5" creationId="{BBEB5E91-C3E1-1EAE-2B8F-A7E3D3B3D4B9}"/>
          </ac:picMkLst>
        </pc:picChg>
      </pc:sldChg>
      <pc:sldChg chg="addSp delSp modSp add mod">
        <pc:chgData name="terepisasi@gmail.com" userId="971515731fd9f15a" providerId="LiveId" clId="{36ED532F-54AB-4B9E-9060-519AE8C09717}" dt="2026-05-15T22:00:24.671" v="1503" actId="1076"/>
        <pc:sldMkLst>
          <pc:docMk/>
          <pc:sldMk cId="261938986" sldId="290"/>
        </pc:sldMkLst>
        <pc:picChg chg="del">
          <ac:chgData name="terepisasi@gmail.com" userId="971515731fd9f15a" providerId="LiveId" clId="{36ED532F-54AB-4B9E-9060-519AE8C09717}" dt="2026-05-15T22:00:12.050" v="1498" actId="478"/>
          <ac:picMkLst>
            <pc:docMk/>
            <pc:sldMk cId="261938986" sldId="290"/>
            <ac:picMk id="4" creationId="{78BA4433-0E61-30FF-6D1A-2FD5C550983C}"/>
          </ac:picMkLst>
        </pc:picChg>
        <pc:picChg chg="add mod">
          <ac:chgData name="terepisasi@gmail.com" userId="971515731fd9f15a" providerId="LiveId" clId="{36ED532F-54AB-4B9E-9060-519AE8C09717}" dt="2026-05-15T22:00:24.671" v="1503" actId="1076"/>
          <ac:picMkLst>
            <pc:docMk/>
            <pc:sldMk cId="261938986" sldId="290"/>
            <ac:picMk id="5" creationId="{3633D7DB-E792-150A-E14E-02E619D1D563}"/>
          </ac:picMkLst>
        </pc:picChg>
      </pc:sldChg>
      <pc:sldChg chg="addSp delSp modSp add mod">
        <pc:chgData name="terepisasi@gmail.com" userId="971515731fd9f15a" providerId="LiveId" clId="{36ED532F-54AB-4B9E-9060-519AE8C09717}" dt="2026-05-15T22:01:06.578" v="1508" actId="1076"/>
        <pc:sldMkLst>
          <pc:docMk/>
          <pc:sldMk cId="432570889" sldId="291"/>
        </pc:sldMkLst>
        <pc:picChg chg="add mod">
          <ac:chgData name="terepisasi@gmail.com" userId="971515731fd9f15a" providerId="LiveId" clId="{36ED532F-54AB-4B9E-9060-519AE8C09717}" dt="2026-05-15T22:01:06.578" v="1508" actId="1076"/>
          <ac:picMkLst>
            <pc:docMk/>
            <pc:sldMk cId="432570889" sldId="291"/>
            <ac:picMk id="4" creationId="{C28E32D5-CFD6-EDA6-6182-67A405D20F75}"/>
          </ac:picMkLst>
        </pc:picChg>
        <pc:picChg chg="del">
          <ac:chgData name="terepisasi@gmail.com" userId="971515731fd9f15a" providerId="LiveId" clId="{36ED532F-54AB-4B9E-9060-519AE8C09717}" dt="2026-05-15T22:00:59.866" v="1505" actId="478"/>
          <ac:picMkLst>
            <pc:docMk/>
            <pc:sldMk cId="432570889" sldId="291"/>
            <ac:picMk id="5" creationId="{F6CD789C-43CB-BD01-C6A4-7131A2779C85}"/>
          </ac:picMkLst>
        </pc:picChg>
      </pc:sldChg>
      <pc:sldMasterChg chg="setBg modSldLayout">
        <pc:chgData name="terepisasi@gmail.com" userId="971515731fd9f15a" providerId="LiveId" clId="{36ED532F-54AB-4B9E-9060-519AE8C09717}" dt="2026-05-15T20:54:51.401" v="704"/>
        <pc:sldMasterMkLst>
          <pc:docMk/>
          <pc:sldMasterMk cId="1657184986" sldId="2147483648"/>
        </pc:sldMasterMkLst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3717892751" sldId="2147483649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2453368489" sldId="2147483650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4149255153" sldId="2147483651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2065321307" sldId="2147483652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1726595277" sldId="2147483653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4238535499" sldId="2147483654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3877863283" sldId="2147483655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1158331645" sldId="2147483656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1387353402" sldId="2147483657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1350404551" sldId="2147483658"/>
          </pc:sldLayoutMkLst>
        </pc:sldLayoutChg>
        <pc:sldLayoutChg chg="setBg">
          <pc:chgData name="terepisasi@gmail.com" userId="971515731fd9f15a" providerId="LiveId" clId="{36ED532F-54AB-4B9E-9060-519AE8C09717}" dt="2026-05-15T20:54:51.401" v="704"/>
          <pc:sldLayoutMkLst>
            <pc:docMk/>
            <pc:sldMasterMk cId="1657184986" sldId="2147483648"/>
            <pc:sldLayoutMk cId="406296342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A51AF-F336-615D-6594-D6E6DF1C1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AF15D1-A8EE-2E26-7DF0-94ADC9031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70CEE1-ADCB-F7BC-7692-A808C62A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436013-9603-A069-8EEC-3C0DD40E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D9577-E49D-87C2-3F66-622FCD9F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89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02628-1329-4EF0-62B2-8CFA2E04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698AB-257C-103A-920A-90A090466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8D9867-0E79-3186-6CCA-0E8A0CE7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091700-09FA-1F91-D866-376D4A91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1CB586-5A00-38CC-7250-EA7A34D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3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C2779-7AB5-000B-A4AE-1CE73900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4707C-A8D3-31F2-E9AF-C9CB476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498EF3-9AF5-7F1B-7C12-2C0A3009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44A428-501D-FB82-3161-098D5C64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ADBEC-991D-D90A-30A8-6968F0DA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25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01E5F-8C2D-8BFA-7B06-9495E96B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0F99DA-6C43-66E4-3ECE-426C88683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DBECF3-6190-BE15-5172-8B9EF6CDD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6AA07C-09AA-6C8F-0F1D-BDC59A51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3E6A6F-5072-8EF4-DF85-8459ABF2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4E1B7E-150F-B842-D23D-17F23166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32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D7732-07AF-CA2F-9F4C-5C457DA3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96CABF-0958-668E-05EB-FA7128081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C44110-3804-4BA5-5AFA-B9844C13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5B2D49-4E2C-A87D-F4F2-5C47D95A2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7B33CA-1FCB-E52C-CDE9-7BC89D5230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D6B7FCE-F13D-41BB-EE4C-B33C80AE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4137A-62DC-8EDD-0CF7-75799955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0FD215-F7D4-ACB2-7137-9F874563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9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D3E51-4B81-2B68-E4B1-F643417D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DB721B-251F-4576-B49C-693E7CD1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2ADEAC-5668-ABAF-7B51-8FFCD97B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255C2C-85CB-C06B-93F7-2A527B3C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53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A19FA18-0B9B-0417-D326-2165205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3803E8-2634-C295-9C11-847BEAB1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7463E6-DA08-FAD4-5A33-4B5A8E60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86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F4DE6-B345-9FF8-517A-DAED4EBF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9CBBA6-E305-4E38-AC08-F50015661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9D6FAC-AD46-54DE-0944-3C510297A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3CE44C-01DD-F4A7-611A-A223F4F9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7E4F7E-DF80-87AA-7BB7-6CBCA09C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0D7195-84FA-4537-3734-7B95635C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33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2024F-DA1C-4483-7A02-FA708388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59E77A-702F-E551-50C7-2B62E2B70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B98DB3-6DE0-09F7-0456-CBB0A64B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28C37A-D530-1618-CACA-B74BE0D2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50EBF-3126-AEF4-6697-1FC35C78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19C379-0476-63D2-A67E-19A836C4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35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20D10-632E-B7AD-33ED-E793D19D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7C1220-9124-0DBF-1F3D-F176082F1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FCA48B-D449-021D-6352-54626F1A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76143-8CB4-69DB-7D92-36AF42C2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7E4707-DE5F-DBC3-7679-4DD8BA8F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40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A568BE3-452C-E64A-EA77-829C5F67F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20116F-4C84-A640-8024-1B4F785D8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109D57-C5BA-4027-1603-A9EAB691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D1707-EE25-2983-21AD-0B0A2C2C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78A9AE-7548-C3AE-AF01-BF8419A3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96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9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28EF4-2688-43D4-DE80-AD6433ED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271FDB-C915-F2D6-49C8-AB4F9CD2A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C1FA1D-8429-031E-F838-1607EE25A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65E65-D8B1-42D1-891A-FCC620AB1051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11C43-1B1B-6A76-D949-FA5001815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BBBAF-EF4A-4DB7-F1EE-149474C4D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4E07A-76E1-4D6D-B35A-FA0FAA95C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18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github.com/terepisasi-afk/cat-food-advisor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repisasi-afk/cat-food-adviso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F6404-DC07-AE9E-34DA-BE8B24929325}"/>
              </a:ext>
            </a:extLst>
          </p:cNvPr>
          <p:cNvSpPr txBox="1"/>
          <p:nvPr/>
        </p:nvSpPr>
        <p:spPr>
          <a:xfrm>
            <a:off x="101600" y="1520785"/>
            <a:ext cx="5486400" cy="1908215"/>
          </a:xfrm>
          <a:prstGeom prst="rect">
            <a:avLst/>
          </a:prstGeom>
          <a:solidFill>
            <a:schemeClr val="tx1">
              <a:alpha val="67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ru-RU" sz="4400" b="1" dirty="0">
                <a:solidFill>
                  <a:srgbClr val="C09398"/>
                </a:solidFill>
                <a:latin typeface="XO Oriel Condensed" panose="020B0606020202030204" pitchFamily="34" charset="0"/>
              </a:rPr>
              <a:t>CatFoodAdvisor</a:t>
            </a:r>
          </a:p>
          <a:p>
            <a:pPr latinLnBrk="1"/>
            <a:r>
              <a:rPr lang="ru-RU" sz="2800" i="1" dirty="0">
                <a:solidFill>
                  <a:srgbClr val="C09398"/>
                </a:solidFill>
                <a:latin typeface="XO Oriel Condensed" panose="020B0606020202030204" pitchFamily="34" charset="0"/>
              </a:rPr>
              <a:t>Подбор правильного корма для кошек с МКБ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71D86-12CB-9631-A894-2BF1775BA779}"/>
              </a:ext>
            </a:extLst>
          </p:cNvPr>
          <p:cNvSpPr txBox="1"/>
          <p:nvPr/>
        </p:nvSpPr>
        <p:spPr>
          <a:xfrm>
            <a:off x="101600" y="5110479"/>
            <a:ext cx="5019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dirty="0">
                <a:latin typeface="XO Oriel Condensed" panose="020B0606020202030204" pitchFamily="34" charset="0"/>
              </a:rPr>
              <a:t>Студент: </a:t>
            </a:r>
            <a:r>
              <a:rPr lang="ru-RU" dirty="0" err="1">
                <a:latin typeface="XO Oriel Condensed" panose="020B0606020202030204" pitchFamily="34" charset="0"/>
              </a:rPr>
              <a:t>Терепища</a:t>
            </a:r>
            <a:r>
              <a:rPr lang="ru-RU" dirty="0">
                <a:latin typeface="XO Oriel Condensed" panose="020B0606020202030204" pitchFamily="34" charset="0"/>
              </a:rPr>
              <a:t> Анастасия Валентиновна</a:t>
            </a:r>
          </a:p>
          <a:p>
            <a:pPr latinLnBrk="1"/>
            <a:r>
              <a:rPr lang="ru-RU" dirty="0">
                <a:latin typeface="XO Oriel Condensed" panose="020B0606020202030204" pitchFamily="34" charset="0"/>
              </a:rPr>
              <a:t>Группа: Санкт-Петербург-511-1-Д2</a:t>
            </a:r>
          </a:p>
          <a:p>
            <a:pPr latinLnBrk="1"/>
            <a:r>
              <a:rPr lang="ru-RU" dirty="0">
                <a:latin typeface="XO Oriel Condensed" panose="020B0606020202030204" pitchFamily="34" charset="0"/>
              </a:rPr>
              <a:t>2026 г.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F28EC6-FF69-0051-C9D1-31CE6EE6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0" t="2091"/>
          <a:stretch>
            <a:fillRect/>
          </a:stretch>
        </p:blipFill>
        <p:spPr>
          <a:xfrm>
            <a:off x="5852160" y="0"/>
            <a:ext cx="6837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DE248-AF2E-9405-8253-8E7AB5B0D077}"/>
              </a:ext>
            </a:extLst>
          </p:cNvPr>
          <p:cNvSpPr txBox="1"/>
          <p:nvPr/>
        </p:nvSpPr>
        <p:spPr>
          <a:xfrm>
            <a:off x="576580" y="2013971"/>
            <a:ext cx="3611880" cy="1200329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9398"/>
                </a:solidFill>
                <a:latin typeface="Aptos Light" panose="020B0004020202020204" pitchFamily="34" charset="0"/>
              </a:rPr>
              <a:t>Актуальность: </a:t>
            </a:r>
            <a:r>
              <a:rPr lang="ru-RU" sz="1800" dirty="0">
                <a:solidFill>
                  <a:srgbClr val="C09398"/>
                </a:solidFill>
                <a:effectLst/>
                <a:latin typeface="Aptos Light" panose="020B0004020202020204" pitchFamily="34" charset="0"/>
                <a:ea typeface="Aptos" panose="020B0004020202020204" pitchFamily="34" charset="0"/>
              </a:rPr>
              <a:t>распространённое заболевание у животных с иногда летальным исходом, о котором мало знают хозяева.</a:t>
            </a:r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00823-E24B-C67F-4DEC-1EBD5123EF6E}"/>
              </a:ext>
            </a:extLst>
          </p:cNvPr>
          <p:cNvSpPr txBox="1"/>
          <p:nvPr/>
        </p:nvSpPr>
        <p:spPr>
          <a:xfrm>
            <a:off x="8003540" y="2013971"/>
            <a:ext cx="3731260" cy="1200329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9398"/>
                </a:solidFill>
                <a:latin typeface="Aptos Light" panose="020B0004020202020204" pitchFamily="34" charset="0"/>
              </a:rPr>
              <a:t>Проблема: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Владельцам сложно учитывать все факторы при выборе корма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8A359-5847-65C8-C5B6-74D7DAEC6A79}"/>
              </a:ext>
            </a:extLst>
          </p:cNvPr>
          <p:cNvSpPr txBox="1"/>
          <p:nvPr/>
        </p:nvSpPr>
        <p:spPr>
          <a:xfrm>
            <a:off x="601980" y="3670052"/>
            <a:ext cx="3586480" cy="1200329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9398"/>
                </a:solidFill>
                <a:latin typeface="Aptos Light" panose="020B0004020202020204" pitchFamily="34" charset="0"/>
              </a:rPr>
              <a:t>Цель: 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Разработка веб-приложения для персонализированного подбора корма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F2C37-3E88-0424-B70D-1F18AF14C2FA}"/>
              </a:ext>
            </a:extLst>
          </p:cNvPr>
          <p:cNvSpPr txBox="1"/>
          <p:nvPr/>
        </p:nvSpPr>
        <p:spPr>
          <a:xfrm>
            <a:off x="8003540" y="3672344"/>
            <a:ext cx="3731260" cy="2031325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9398"/>
                </a:solidFill>
                <a:latin typeface="Aptos Light" panose="020B0004020202020204" pitchFamily="34" charset="0"/>
              </a:rPr>
              <a:t>Задачи:</a:t>
            </a:r>
          </a:p>
          <a:p>
            <a:pPr indent="-342900">
              <a:buFont typeface="+mj-lt"/>
              <a:buAutoNum type="arabicPeriod"/>
            </a:pP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Изучить медицинские основы</a:t>
            </a:r>
          </a:p>
          <a:p>
            <a:pPr indent="-342900">
              <a:buFont typeface="+mj-lt"/>
              <a:buAutoNum type="arabicPeriod"/>
            </a:pP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Разработать алгоритм подбора</a:t>
            </a:r>
          </a:p>
          <a:p>
            <a:pPr indent="-342900">
              <a:buFont typeface="+mj-lt"/>
              <a:buAutoNum type="arabicPeriod"/>
            </a:pP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Создать базу данных кормов</a:t>
            </a:r>
          </a:p>
          <a:p>
            <a:pPr indent="-342900">
              <a:buFont typeface="+mj-lt"/>
              <a:buAutoNum type="arabicPeriod"/>
            </a:pP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Реализовать веб-интерфейс</a:t>
            </a:r>
          </a:p>
          <a:p>
            <a:pPr indent="-342900">
              <a:buFont typeface="+mj-lt"/>
              <a:buAutoNum type="arabicPeriod"/>
            </a:pP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Сделать REST API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A0851-CE93-B502-5B68-4E948A7FD879}"/>
              </a:ext>
            </a:extLst>
          </p:cNvPr>
          <p:cNvSpPr txBox="1"/>
          <p:nvPr/>
        </p:nvSpPr>
        <p:spPr>
          <a:xfrm>
            <a:off x="3469640" y="377021"/>
            <a:ext cx="5252720" cy="76944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Введение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065818-DE29-08AA-60A6-8DD68806B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1" y="2330837"/>
            <a:ext cx="2938278" cy="26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5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9E63D-106A-5F50-A24E-F7E55AF9DC12}"/>
              </a:ext>
            </a:extLst>
          </p:cNvPr>
          <p:cNvSpPr txBox="1"/>
          <p:nvPr/>
        </p:nvSpPr>
        <p:spPr>
          <a:xfrm>
            <a:off x="281940" y="2351073"/>
            <a:ext cx="6192520" cy="2554545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>
            <a:spAutoFit/>
          </a:bodyPr>
          <a:lstStyle/>
          <a:p>
            <a:pPr latinLnBrk="1"/>
            <a:r>
              <a:rPr lang="ru-RU" sz="2000" b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Веб-приложение</a:t>
            </a: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это программа, которая работает в браузере.</a:t>
            </a:r>
          </a:p>
          <a:p>
            <a:pPr latinLnBrk="1"/>
            <a:endParaRPr lang="ru-RU" sz="2000" b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latinLnBrk="1"/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Отличие от обычного сайта в том, что сайт просто </a:t>
            </a:r>
          </a:p>
          <a:p>
            <a:pPr latinLnBrk="1"/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показывает информацию, а веб-приложение </a:t>
            </a:r>
          </a:p>
          <a:p>
            <a:pPr latinLnBrk="1"/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взаимодействует с пользователем, обрабатывает </a:t>
            </a:r>
          </a:p>
          <a:p>
            <a:pPr latinLnBrk="1"/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данные и хранит их в базе. Примеры: Google </a:t>
            </a:r>
            <a:r>
              <a:rPr lang="ru-RU" sz="2000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Docs</a:t>
            </a: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</a:p>
          <a:p>
            <a:pPr latinLnBrk="1"/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онлайн-банк, социальные сети.</a:t>
            </a:r>
            <a:endParaRPr lang="ru-RU" sz="2000" dirty="0">
              <a:latin typeface="Aptos Light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9EB3D-C330-06C7-BCA3-C5B3C9AC7391}"/>
              </a:ext>
            </a:extLst>
          </p:cNvPr>
          <p:cNvSpPr txBox="1"/>
          <p:nvPr/>
        </p:nvSpPr>
        <p:spPr>
          <a:xfrm>
            <a:off x="0" y="325120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Теоретическая часть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C79ACE-0E40-1819-847C-63DB5602B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278" y="1389380"/>
            <a:ext cx="41681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6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4B2E08-A5D2-E0B9-2905-1E83A335CEEE}"/>
              </a:ext>
            </a:extLst>
          </p:cNvPr>
          <p:cNvSpPr txBox="1"/>
          <p:nvPr/>
        </p:nvSpPr>
        <p:spPr>
          <a:xfrm>
            <a:off x="162560" y="2167851"/>
            <a:ext cx="6756400" cy="3785652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 anchor="ctr" anchorCtr="0">
            <a:spAutoFit/>
          </a:bodyPr>
          <a:lstStyle/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Проект построен на клиент-серверной архитектуре.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Браузер пользователя — это клиент. Он отправляет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запросы на сервер. Сервер обрабатывает запросы,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работает с базой данных и возвращает ответ в виде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HTML-страницы.</a:t>
            </a:r>
          </a:p>
          <a:p>
            <a:pPr latinLnBrk="1"/>
            <a:endParaRPr lang="ru-RU" sz="2400" dirty="0">
              <a:solidFill>
                <a:srgbClr val="C09398"/>
              </a:solidFill>
              <a:latin typeface="Aptos Narrow" panose="020B0004020202020204" pitchFamily="34" charset="0"/>
            </a:endParaRP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В моём проекте сервер написан на Python с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использованием фреймворка </a:t>
            </a:r>
            <a:r>
              <a:rPr lang="ru-RU" sz="2400" b="1" dirty="0" err="1">
                <a:solidFill>
                  <a:srgbClr val="C09398"/>
                </a:solidFill>
                <a:latin typeface="Aptos Narrow" panose="020B0004020202020204" pitchFamily="34" charset="0"/>
              </a:rPr>
              <a:t>Flask</a:t>
            </a:r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. </a:t>
            </a:r>
          </a:p>
          <a:p>
            <a:pPr latinLnBrk="1"/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База данных — </a:t>
            </a:r>
            <a:r>
              <a:rPr lang="ru-RU" sz="2400" b="1" dirty="0" err="1">
                <a:solidFill>
                  <a:srgbClr val="C09398"/>
                </a:solidFill>
                <a:latin typeface="Aptos Narrow" panose="020B0004020202020204" pitchFamily="34" charset="0"/>
              </a:rPr>
              <a:t>SQLite</a:t>
            </a:r>
            <a:r>
              <a:rPr lang="ru-RU" sz="2400" dirty="0">
                <a:solidFill>
                  <a:srgbClr val="C09398"/>
                </a:solidFill>
                <a:latin typeface="Aptos Narrow" panose="020B000402020202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35BCC-B989-90FF-F6D4-7D9C5F91CDD5}"/>
              </a:ext>
            </a:extLst>
          </p:cNvPr>
          <p:cNvSpPr txBox="1"/>
          <p:nvPr/>
        </p:nvSpPr>
        <p:spPr>
          <a:xfrm>
            <a:off x="0" y="386080"/>
            <a:ext cx="12192000" cy="769441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Архитектура веб-приложения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0BA94B-004D-E4AE-3DB7-27DC7CD0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673" y="1488927"/>
            <a:ext cx="368081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6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5B6528-95E9-C004-05B6-06DC6019B096}"/>
              </a:ext>
            </a:extLst>
          </p:cNvPr>
          <p:cNvSpPr txBox="1"/>
          <p:nvPr/>
        </p:nvSpPr>
        <p:spPr>
          <a:xfrm>
            <a:off x="396240" y="2126523"/>
            <a:ext cx="7599680" cy="341632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Для разработки я использовала следующие технологии:</a:t>
            </a:r>
          </a:p>
          <a:p>
            <a:pPr algn="l" latinLnBrk="1">
              <a:buNone/>
            </a:pPr>
            <a:endParaRPr lang="ru-RU" b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Язык Python 3.12 — основной язык программирования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Веб-фреймворк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Flask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создаёт сервер и обрабатывает маршруты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База данных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SQLite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хранит пользователей и корма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SQLAlchemy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это ORM, позволяет работать с БД через Python-объекты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Flask-Login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управляет входом и выходом пользователей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Jinja2 —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шаблонизатор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для вставки данных в HTML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Bootstrap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5 — готовые стили для интерфейса</a:t>
            </a: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 </a:t>
            </a:r>
            <a:r>
              <a:rPr lang="ru-RU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pytest</a:t>
            </a: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для автоматического тестирования кода</a:t>
            </a:r>
          </a:p>
          <a:p>
            <a:pPr algn="l" latinLnBrk="1">
              <a:buNone/>
            </a:pPr>
            <a:endParaRPr lang="ru-RU" b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algn="l" latinLnBrk="1">
              <a:buNone/>
            </a:pPr>
            <a:r>
              <a:rPr lang="ru-RU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Все эти технологии бесплатные и имеют открытый исходный код.</a:t>
            </a:r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47A512-7041-340A-21BA-5384EAD7FE0C}"/>
              </a:ext>
            </a:extLst>
          </p:cNvPr>
          <p:cNvSpPr txBox="1"/>
          <p:nvPr/>
        </p:nvSpPr>
        <p:spPr>
          <a:xfrm>
            <a:off x="0" y="354853"/>
            <a:ext cx="12192000" cy="769441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Технологический стек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1E051C0A-A47C-E36A-8625-1779A670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212" y="1889900"/>
            <a:ext cx="3594340" cy="365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2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AA862A-D1D5-98CE-8FF6-B1FC247DB6FF}"/>
              </a:ext>
            </a:extLst>
          </p:cNvPr>
          <p:cNvSpPr txBox="1"/>
          <p:nvPr/>
        </p:nvSpPr>
        <p:spPr>
          <a:xfrm>
            <a:off x="355600" y="2251283"/>
            <a:ext cx="7680960" cy="3170099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Проект организован по архитектурному паттерну MVC — Модель-</a:t>
            </a: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Представление-Контроллер.</a:t>
            </a:r>
          </a:p>
          <a:p>
            <a:pPr algn="l" latinLnBrk="1">
              <a:buNone/>
            </a:pPr>
            <a:endParaRPr lang="ru-RU" sz="2000" b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Файл models.py содержит модели данных — это работа с базой </a:t>
            </a: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данных. Файл routes.py — это контроллер, он обрабатывает </a:t>
            </a:r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запросы пользователя. Папка </a:t>
            </a:r>
            <a:r>
              <a:rPr lang="ru-RU" sz="2000" b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templates</a:t>
            </a: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это представление, </a:t>
            </a: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здесь хранятся HTML-шаблоны.</a:t>
            </a:r>
          </a:p>
          <a:p>
            <a:pPr algn="l" latinLnBrk="1">
              <a:buNone/>
            </a:pPr>
            <a:endParaRPr lang="ru-RU" sz="2000" b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Такое разделение делает код более читаемым и поддерживаемым. Можно менять одну часть, не трогая другие.</a:t>
            </a:r>
            <a:endParaRPr lang="ru-RU" dirty="0">
              <a:solidFill>
                <a:srgbClr val="C09398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2E34C-4395-9429-CF62-C97161FFAC78}"/>
              </a:ext>
            </a:extLst>
          </p:cNvPr>
          <p:cNvSpPr txBox="1"/>
          <p:nvPr/>
        </p:nvSpPr>
        <p:spPr>
          <a:xfrm>
            <a:off x="0" y="327213"/>
            <a:ext cx="12192000" cy="769441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Структура проекта (</a:t>
            </a:r>
            <a:r>
              <a:rPr lang="en-US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MVC)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28AD0F-A2F8-1B54-595C-2202B743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804" y="2122146"/>
            <a:ext cx="3694800" cy="342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74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229E7-AF67-A1E8-6A6C-62BB1C8795A9}"/>
              </a:ext>
            </a:extLst>
          </p:cNvPr>
          <p:cNvSpPr txBox="1"/>
          <p:nvPr/>
        </p:nvSpPr>
        <p:spPr>
          <a:xfrm>
            <a:off x="406400" y="1948100"/>
            <a:ext cx="5801360" cy="3785652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Минимальное приложение на 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Flask </a:t>
            </a:r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выглядит так:</a:t>
            </a:r>
          </a:p>
          <a:p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from flask import Flask</a:t>
            </a:r>
          </a:p>
          <a:p>
            <a:pPr lvl="1"/>
            <a:endParaRPr lang="en-US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app = Flask(__name__)</a:t>
            </a:r>
          </a:p>
          <a:p>
            <a:pPr lvl="1"/>
            <a:endParaRPr lang="en-US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@app.route('/')</a:t>
            </a: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def hello():</a:t>
            </a: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return "</a:t>
            </a:r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Привет, мир!"</a:t>
            </a:r>
          </a:p>
          <a:p>
            <a:pPr lvl="1"/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if __name__ == '__main__':</a:t>
            </a:r>
          </a:p>
          <a:p>
            <a:pPr lvl="1"/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</a:t>
            </a:r>
            <a:r>
              <a:rPr lang="en-US" sz="2000" dirty="0" err="1">
                <a:solidFill>
                  <a:srgbClr val="C09398"/>
                </a:solidFill>
                <a:latin typeface="Aptos Light" panose="020B0004020202020204" pitchFamily="34" charset="0"/>
              </a:rPr>
              <a:t>app.run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()</a:t>
            </a:r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2006F5-36E9-59D3-A754-F7D281AA60B8}"/>
              </a:ext>
            </a:extLst>
          </p:cNvPr>
          <p:cNvSpPr txBox="1"/>
          <p:nvPr/>
        </p:nvSpPr>
        <p:spPr>
          <a:xfrm>
            <a:off x="0" y="247550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Как работает </a:t>
            </a:r>
            <a:r>
              <a:rPr lang="en-US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Flask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E83F9D7A-9AFB-14CB-2AE2-06657CD4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45" y="1267292"/>
            <a:ext cx="5232700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8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7A0F15-2F0E-BF6A-EA74-7B3DED5CC1CF}"/>
              </a:ext>
            </a:extLst>
          </p:cNvPr>
          <p:cNvSpPr txBox="1"/>
          <p:nvPr/>
        </p:nvSpPr>
        <p:spPr>
          <a:xfrm>
            <a:off x="264160" y="1718161"/>
            <a:ext cx="6096000" cy="3785652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9398"/>
                </a:solidFill>
                <a:latin typeface="Aptos Light" panose="020B0004020202020204" pitchFamily="34" charset="0"/>
              </a:rPr>
              <a:t>Маршрут</a:t>
            </a:r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— это связь между 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URL-</a:t>
            </a:r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адресом и функцией, которая должна выполниться. Например:</a:t>
            </a:r>
          </a:p>
          <a:p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@app.route('/')</a:t>
            </a: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def index():</a:t>
            </a: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return </a:t>
            </a:r>
            <a:r>
              <a:rPr lang="en-US" sz="2000" dirty="0" err="1">
                <a:solidFill>
                  <a:srgbClr val="C09398"/>
                </a:solidFill>
                <a:latin typeface="Aptos Light" panose="020B0004020202020204" pitchFamily="34" charset="0"/>
              </a:rPr>
              <a:t>render_template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('index.html')</a:t>
            </a:r>
          </a:p>
          <a:p>
            <a:endParaRPr lang="en-US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@app.route('/login', methods=['GET', 'POST'])</a:t>
            </a: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def login():</a:t>
            </a: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if </a:t>
            </a:r>
            <a:r>
              <a:rPr lang="en-US" sz="2000" dirty="0" err="1">
                <a:solidFill>
                  <a:srgbClr val="C09398"/>
                </a:solidFill>
                <a:latin typeface="Aptos Light" panose="020B0004020202020204" pitchFamily="34" charset="0"/>
              </a:rPr>
              <a:t>request.method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== 'POST':</a:t>
            </a:r>
          </a:p>
          <a:p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    # </a:t>
            </a:r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обработать отправку формы</a:t>
            </a:r>
          </a:p>
          <a:p>
            <a:r>
              <a:rPr lang="ru-RU" sz="2000" dirty="0">
                <a:solidFill>
                  <a:srgbClr val="C09398"/>
                </a:solidFill>
                <a:latin typeface="Aptos Light" panose="020B0004020202020204" pitchFamily="34" charset="0"/>
              </a:rPr>
              <a:t>    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return </a:t>
            </a:r>
            <a:r>
              <a:rPr lang="en-US" sz="2000" dirty="0" err="1">
                <a:solidFill>
                  <a:srgbClr val="C09398"/>
                </a:solidFill>
                <a:latin typeface="Aptos Light" panose="020B0004020202020204" pitchFamily="34" charset="0"/>
              </a:rPr>
              <a:t>render_template</a:t>
            </a:r>
            <a:r>
              <a:rPr lang="en-US" sz="2000" dirty="0">
                <a:solidFill>
                  <a:srgbClr val="C09398"/>
                </a:solidFill>
                <a:latin typeface="Aptos Light" panose="020B0004020202020204" pitchFamily="34" charset="0"/>
              </a:rPr>
              <a:t>('login.html')</a:t>
            </a:r>
            <a:endParaRPr lang="ru-RU" sz="2000" dirty="0">
              <a:solidFill>
                <a:srgbClr val="C09398"/>
              </a:solidFill>
              <a:latin typeface="Aptos Light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97A6D7-A44C-6812-9839-8CFFA395254F}"/>
              </a:ext>
            </a:extLst>
          </p:cNvPr>
          <p:cNvSpPr txBox="1"/>
          <p:nvPr/>
        </p:nvSpPr>
        <p:spPr>
          <a:xfrm>
            <a:off x="0" y="233680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Маршрутизация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63B8BEF5-452B-39A4-7C6D-4ECC5329A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0" t="10271" r="260" b="8199"/>
          <a:stretch>
            <a:fillRect/>
          </a:stretch>
        </p:blipFill>
        <p:spPr>
          <a:xfrm>
            <a:off x="7760753" y="1512712"/>
            <a:ext cx="3861763" cy="419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0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80AA4-0CB4-BF4B-0460-75415FA90FD9}"/>
              </a:ext>
            </a:extLst>
          </p:cNvPr>
          <p:cNvSpPr txBox="1"/>
          <p:nvPr/>
        </p:nvSpPr>
        <p:spPr>
          <a:xfrm>
            <a:off x="284480" y="1334204"/>
            <a:ext cx="6461760" cy="5078313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ORM 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расшифровывается как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Object-Relational Mapping. 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Это технология, которая позволяет работать с базой данных через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Python-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объекты, вместо того чтобы писать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SQL-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запросы вручную.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Вместо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SQL-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запроса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SELECT * FROM users WHERE email = 'cat@mail.ru' 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я пишу на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Python: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user =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User.query.filter_by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(email='cat@mail.ru').first()</a:t>
            </a:r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endParaRPr lang="en-US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Модель пользователя описывается так:</a:t>
            </a:r>
          </a:p>
          <a:p>
            <a:pPr lvl="1"/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class User(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db.Model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):</a:t>
            </a:r>
          </a:p>
          <a:p>
            <a:pPr lvl="1"/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    id =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db.Column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db.Integer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,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primary_key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=True)</a:t>
            </a:r>
          </a:p>
          <a:p>
            <a:pPr lvl="1"/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    username =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db.Column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db.String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(80), unique=True)</a:t>
            </a:r>
          </a:p>
          <a:p>
            <a:pPr lvl="1"/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    email =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db.Column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db.String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(120), unique=True)</a:t>
            </a:r>
          </a:p>
          <a:p>
            <a:pPr lvl="1"/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   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password_hash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 = 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db.Column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</a:t>
            </a:r>
            <a:r>
              <a:rPr lang="en-US" dirty="0" err="1">
                <a:solidFill>
                  <a:srgbClr val="C09398"/>
                </a:solidFill>
                <a:latin typeface="Aptos Light" panose="020B0004020202020204" pitchFamily="34" charset="0"/>
              </a:rPr>
              <a:t>db.String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(200))</a:t>
            </a:r>
          </a:p>
          <a:p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ORM 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превращает таблицы БД в </a:t>
            </a:r>
            <a:r>
              <a:rPr lang="en-US" dirty="0">
                <a:solidFill>
                  <a:srgbClr val="C09398"/>
                </a:solidFill>
                <a:latin typeface="Aptos Light" panose="020B0004020202020204" pitchFamily="34" charset="0"/>
              </a:rPr>
              <a:t>Python-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классы, а строки — в объекты. Это удобно и безопасно.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2A942-320B-258C-D7D5-03D316D6731B}"/>
              </a:ext>
            </a:extLst>
          </p:cNvPr>
          <p:cNvSpPr txBox="1"/>
          <p:nvPr/>
        </p:nvSpPr>
        <p:spPr>
          <a:xfrm>
            <a:off x="0" y="18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Работа с базой данных через </a:t>
            </a:r>
            <a:r>
              <a:rPr lang="en-US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ORM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9137F6F0-8409-D165-AE8B-76B65250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213" y="1899138"/>
            <a:ext cx="3950671" cy="395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3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C5E364-5D37-E872-C76E-64A38C349EEC}"/>
              </a:ext>
            </a:extLst>
          </p:cNvPr>
          <p:cNvSpPr txBox="1"/>
          <p:nvPr/>
        </p:nvSpPr>
        <p:spPr>
          <a:xfrm>
            <a:off x="426720" y="1977787"/>
            <a:ext cx="6096000" cy="3952364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HTTP-протокол не запоминает пользователя. Каждый запрос — как новый. Для решения этой проблемы используются сессии и 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cookies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Flask-Login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предоставляет простые функции для управления входом. 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login_user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(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user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) — выполняет вход. 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logout_user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() — выполняет выход. Декоратор @login_required защищает страницы от неавторизованных пользователей.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Пароли не хранятся в открытом виде. При регистрации пароль превращается в 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хеш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нечитаемую строку. При входе мы сравниваем не пароли, а их </a:t>
            </a:r>
            <a:r>
              <a:rPr lang="ru-RU" sz="2000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хеши</a:t>
            </a:r>
            <a:r>
              <a:rPr lang="ru-RU" sz="2000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 Это безопасно</a:t>
            </a:r>
            <a:r>
              <a:rPr lang="ru-RU" b="0" i="0" dirty="0">
                <a:solidFill>
                  <a:srgbClr val="C09398"/>
                </a:solidFill>
                <a:effectLst/>
                <a:latin typeface="quote-cjk-patch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54195-5E8E-B83C-19A1-B2C28011C127}"/>
              </a:ext>
            </a:extLst>
          </p:cNvPr>
          <p:cNvSpPr txBox="1"/>
          <p:nvPr/>
        </p:nvSpPr>
        <p:spPr>
          <a:xfrm>
            <a:off x="0" y="280328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Авторизация и сессии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36B5EB-7259-545F-CDA7-C0C9F5EE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699" y="1858945"/>
            <a:ext cx="4268581" cy="41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8035-8489-A453-0FBF-E1DCC24BB602}"/>
              </a:ext>
            </a:extLst>
          </p:cNvPr>
          <p:cNvSpPr txBox="1"/>
          <p:nvPr/>
        </p:nvSpPr>
        <p:spPr>
          <a:xfrm>
            <a:off x="243840" y="1604406"/>
            <a:ext cx="7352714" cy="418576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Алгоритм подбора 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— самая важная часть проекта. Он работает так: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Сначала мы перебираем все корма из базы данных. Для каждого корма вычисляем рейтинг. Изначально рейтинг равен нулю.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Если корм подходит по типу камней — добавляем 35 баллов. Если нет — пропускаем этот корм.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Проверяем возраст: для котят подходят не все корма, для пожилых кошек тоже есть ограничения. Добавляем или вычитаем баллы.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Если пользователь указал аллергены, проверяем, есть ли они в корме. Если есть — вычитаем 50 баллов, если нет — добавляем 15.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После того как все корма оценены, сортируем их по убыванию баллов. Берём первые пять кормов с рейтингом не ниже нуля и показываем пользователю.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71947-F8F3-5681-B22C-EC6C5AEAABB5}"/>
              </a:ext>
            </a:extLst>
          </p:cNvPr>
          <p:cNvSpPr txBox="1"/>
          <p:nvPr/>
        </p:nvSpPr>
        <p:spPr>
          <a:xfrm>
            <a:off x="0" y="20695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Алгоритм подбора корма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9FBFECB5-60D7-37C4-9434-B873DDA68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/>
          <a:stretch>
            <a:fillRect/>
          </a:stretch>
        </p:blipFill>
        <p:spPr>
          <a:xfrm>
            <a:off x="7777424" y="1798654"/>
            <a:ext cx="4170736" cy="363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9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AFCA79-3A5B-EFB5-0CFA-104218F295F3}"/>
              </a:ext>
            </a:extLst>
          </p:cNvPr>
          <p:cNvSpPr txBox="1"/>
          <p:nvPr/>
        </p:nvSpPr>
        <p:spPr>
          <a:xfrm>
            <a:off x="152400" y="1786603"/>
            <a:ext cx="6096000" cy="4247317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Проблема в том, что нужно вставлять данные из Python в HTML.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Шаблонизатор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Jinja2 решает эту задачу.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В базовом шаблоне base.html описывается общая структура всех страниц: навигация, футер, подключение стилей. В дочерних шаблонах пишется только уникальное содержимое.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Jinja2 позволяет вставлять переменные через двойные фигурные скобки: {{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username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}}. Условия пишутся через {%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if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%}. Циклы — через {%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for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%}.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Например, можно проверить, залогинен ли пользователь, и показать разное меню. Или пройти по списку рекомендаций и вывести каждую в отдельной карточке.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F4F40-7A7E-7B1D-35DC-9E03B41A38C5}"/>
              </a:ext>
            </a:extLst>
          </p:cNvPr>
          <p:cNvSpPr txBox="1"/>
          <p:nvPr/>
        </p:nvSpPr>
        <p:spPr>
          <a:xfrm>
            <a:off x="0" y="223520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Шаблонизация Jinja2</a:t>
            </a:r>
          </a:p>
        </p:txBody>
      </p:sp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298C912D-62C5-B762-DDF4-C4D55199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36" y="1892427"/>
            <a:ext cx="4035668" cy="40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4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38FCC-C232-C523-344A-787B523FA120}"/>
              </a:ext>
            </a:extLst>
          </p:cNvPr>
          <p:cNvSpPr txBox="1"/>
          <p:nvPr/>
        </p:nvSpPr>
        <p:spPr>
          <a:xfrm>
            <a:off x="568960" y="1372721"/>
            <a:ext cx="11054080" cy="4801314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API — это интерфейс для взаимодействия программ. Мой проект предоставляет REST API для внешних сервисов.</a:t>
            </a:r>
          </a:p>
          <a:p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Эндпоинт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api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health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возвращает статус работы сервера. Это полезно для мониторинга.</a:t>
            </a:r>
          </a:p>
          <a:p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Эндпоинт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api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foods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возвращает список всех кормов в формате JSON. Каждый корм представлен в виде словаря с полями: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id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,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name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,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brand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.</a:t>
            </a:r>
          </a:p>
          <a:p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Эндпоинт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api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/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recommend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 принимает POST-запрос с данными о кошке в формате JSON и возвращает рекомендации.</a:t>
            </a: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JSON — это текстовый формат обмена данными. Он легко читается и программами, и человеком.</a:t>
            </a: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Пример запроса: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{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"stone_type": "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struvite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",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"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age_years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": 5,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"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weight_kg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": 4.5,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"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allergens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": "курица"</a:t>
            </a:r>
          </a:p>
          <a:p>
            <a:pPr lvl="1" latinLnBrk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}</a:t>
            </a: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API позволяет подключать к сервису другие приложения: чат-ботов, мобильные приложения, сторонние сервисы.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C9C2D-7890-9153-024B-80F3430387FC}"/>
              </a:ext>
            </a:extLst>
          </p:cNvPr>
          <p:cNvSpPr txBox="1"/>
          <p:nvPr/>
        </p:nvSpPr>
        <p:spPr>
          <a:xfrm>
            <a:off x="0" y="257684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 REST API</a:t>
            </a:r>
          </a:p>
        </p:txBody>
      </p:sp>
    </p:spTree>
    <p:extLst>
      <p:ext uri="{BB962C8B-B14F-4D97-AF65-F5344CB8AC3E}">
        <p14:creationId xmlns:p14="http://schemas.microsoft.com/office/powerpoint/2010/main" val="364972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4BA64-713C-8A3A-5718-5083C555B80D}"/>
              </a:ext>
            </a:extLst>
          </p:cNvPr>
          <p:cNvSpPr txBox="1"/>
          <p:nvPr/>
        </p:nvSpPr>
        <p:spPr>
          <a:xfrm>
            <a:off x="196283" y="1371364"/>
            <a:ext cx="6096000" cy="5078313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Автоматические тесты нужны, чтобы при изменении кода не сломать то, что уже работало. Тесты проверяют, что все страницы открываются, форма регистрации работает, алгоритм подбора выдаёт корректные результаты.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Для тестирования я использую фреймворк </a:t>
            </a:r>
            <a:r>
              <a:rPr lang="ru-RU" b="1" dirty="0" err="1">
                <a:solidFill>
                  <a:srgbClr val="C09398"/>
                </a:solidFill>
                <a:latin typeface="Aptos Light" panose="020B0004020202020204" pitchFamily="34" charset="0"/>
              </a:rPr>
              <a:t>pytest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. Он сам находит файлы с тестами, автоматически их запускает и показывает, что именно сломалось.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Пример простого теста: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pPr lvl="1"/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def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test_home_page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():</a:t>
            </a:r>
          </a:p>
          <a:p>
            <a:pPr lvl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response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=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client.get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('/')</a:t>
            </a:r>
          </a:p>
          <a:p>
            <a:pPr lvl="1"/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  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assert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</a:t>
            </a:r>
            <a:r>
              <a:rPr lang="ru-RU" dirty="0" err="1">
                <a:solidFill>
                  <a:srgbClr val="C09398"/>
                </a:solidFill>
                <a:latin typeface="Aptos Light" panose="020B0004020202020204" pitchFamily="34" charset="0"/>
              </a:rPr>
              <a:t>response.status_code</a:t>
            </a:r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 == 200</a:t>
            </a: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Этот тест проверяет, что главная страница открывается без ошибок. Код ответа 200 означает "всё хорошо".</a:t>
            </a:r>
          </a:p>
          <a:p>
            <a:endParaRPr lang="ru-RU" dirty="0">
              <a:solidFill>
                <a:srgbClr val="C09398"/>
              </a:solidFill>
              <a:latin typeface="Aptos Light" panose="020B0004020202020204" pitchFamily="34" charset="0"/>
            </a:endParaRPr>
          </a:p>
          <a:p>
            <a:r>
              <a:rPr lang="ru-RU" dirty="0">
                <a:solidFill>
                  <a:srgbClr val="C09398"/>
                </a:solidFill>
                <a:latin typeface="Aptos Light" panose="020B0004020202020204" pitchFamily="34" charset="0"/>
              </a:rPr>
              <a:t>Запуск тестов выполняется командой </a:t>
            </a:r>
            <a:r>
              <a:rPr lang="ru-RU" b="1" dirty="0" err="1">
                <a:solidFill>
                  <a:srgbClr val="C09398"/>
                </a:solidFill>
                <a:latin typeface="Aptos Light" panose="020B0004020202020204" pitchFamily="34" charset="0"/>
              </a:rPr>
              <a:t>pytest</a:t>
            </a:r>
            <a:r>
              <a:rPr lang="ru-RU" b="1" dirty="0">
                <a:solidFill>
                  <a:srgbClr val="C09398"/>
                </a:solidFill>
                <a:latin typeface="Aptos Light" panose="020B0004020202020204" pitchFamily="34" charset="0"/>
              </a:rPr>
              <a:t> tests.py -v.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AB4F4-7CC5-5C54-F10C-F2E427853274}"/>
              </a:ext>
            </a:extLst>
          </p:cNvPr>
          <p:cNvSpPr txBox="1"/>
          <p:nvPr/>
        </p:nvSpPr>
        <p:spPr>
          <a:xfrm>
            <a:off x="0" y="104717"/>
            <a:ext cx="12191999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rgbClr val="C09398"/>
                </a:solidFill>
                <a:latin typeface="Aptos Light" panose="020B0004020202020204" pitchFamily="34" charset="0"/>
              </a:rPr>
              <a:t> Тестирование кода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BFE167-F365-1E07-8CA2-B2F7550E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790" y="1949207"/>
            <a:ext cx="5230168" cy="39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0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AC09B0-6E02-B8EC-2713-DF583F78AE27}"/>
              </a:ext>
            </a:extLst>
          </p:cNvPr>
          <p:cNvSpPr txBox="1"/>
          <p:nvPr/>
        </p:nvSpPr>
        <p:spPr>
          <a:xfrm>
            <a:off x="181467" y="1722248"/>
            <a:ext cx="5995597" cy="3877985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это система контроля версий. Она хранит всю историю изменений кода. Основные команды: 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init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 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— создать репозиторий, 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add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 — добавить все файлы, 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commit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-m 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"текст" — сохранить версию, 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lang="ru-RU" b="0" i="1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push</a:t>
            </a:r>
            <a:r>
              <a:rPr lang="ru-RU" b="0" i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 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— отправить на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1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это облачный сервис для хранения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-репозиториев. Весь код проекта загружен на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Почему это важно: хранится вся история изменений, можно откатиться к любой версии, удобно работать в команде.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Ссылка на репозиторий: </a:t>
            </a:r>
            <a:r>
              <a:rPr lang="ru-RU" b="0" i="0" u="none" strike="noStrike" dirty="0">
                <a:solidFill>
                  <a:srgbClr val="0563C1"/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ru-RU" b="0" i="0" u="none" strike="noStrike" dirty="0" err="1">
                <a:solidFill>
                  <a:srgbClr val="0563C1"/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terepisasi-afk</a:t>
            </a:r>
            <a:r>
              <a:rPr lang="ru-RU" b="0" i="0" u="none" strike="noStrike" dirty="0">
                <a:solidFill>
                  <a:srgbClr val="0563C1"/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b="0" i="0" u="none" strike="noStrike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cat-food-advisor</a:t>
            </a:r>
            <a:endParaRPr lang="ru-RU" b="0" i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5A76F-7512-FD58-0D1C-4B22687AC776}"/>
              </a:ext>
            </a:extLst>
          </p:cNvPr>
          <p:cNvSpPr txBox="1"/>
          <p:nvPr/>
        </p:nvSpPr>
        <p:spPr>
          <a:xfrm>
            <a:off x="0" y="126234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err="1">
                <a:solidFill>
                  <a:srgbClr val="C09398"/>
                </a:solidFill>
                <a:latin typeface="Aptos Light" panose="020B0004020202020204" pitchFamily="34" charset="0"/>
              </a:rPr>
              <a:t>Git</a:t>
            </a:r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 и </a:t>
            </a:r>
            <a:r>
              <a:rPr lang="ru-RU" sz="4400" b="1" dirty="0" err="1">
                <a:solidFill>
                  <a:srgbClr val="C09398"/>
                </a:solidFill>
                <a:latin typeface="Aptos Light" panose="020B0004020202020204" pitchFamily="34" charset="0"/>
              </a:rPr>
              <a:t>GitHub</a:t>
            </a:r>
            <a:endParaRPr lang="ru-RU" sz="4400" b="1" dirty="0">
              <a:solidFill>
                <a:srgbClr val="C09398"/>
              </a:solidFill>
              <a:latin typeface="Aptos Light" panose="020B00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180E36-DF0A-6D19-B6B3-6E7995E8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8" y="1408493"/>
            <a:ext cx="4272208" cy="440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2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998D8-CF93-9051-EA70-C8B6E71EA4C8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0AC2B2-D0A0-DA2F-D0B2-2DF15A8F2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776" y="1083597"/>
            <a:ext cx="9884448" cy="555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5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815A-79BA-5F30-0C90-2518EE07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0CED1-3C55-6CE8-956D-8FBB93479809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14A212-D211-8E9F-3E9B-A50F62ABD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03" y="1151185"/>
            <a:ext cx="9958593" cy="560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5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DDC4-E62E-7902-90C1-948AAB79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6979AD-4B27-46B5-ED8D-B766B7FFEE1D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1BDB93-DAA3-E3C6-5DCA-09586E92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6"/>
          <a:stretch>
            <a:fillRect/>
          </a:stretch>
        </p:blipFill>
        <p:spPr>
          <a:xfrm>
            <a:off x="778213" y="1234113"/>
            <a:ext cx="10635574" cy="54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10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B87B-FC7B-C4BC-5628-35B5BFE7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A23B0-2EB1-7061-8414-BDF04794E1B1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69CC2A-2DF2-8BA6-9AFF-10A1F317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42" y="1033930"/>
            <a:ext cx="9476516" cy="56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99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F1FB-9E43-00A4-B63D-864D40BB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462F1-62A5-988D-5393-247D0B9C1F93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77E256-604B-B188-B86A-13AB5F18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90" y="1046543"/>
            <a:ext cx="9129019" cy="55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95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5EDD-6C71-30C6-E811-CE840CDE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2CA11-205B-4BA2-8062-429DAE05A9C5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4A6861-8A9E-51F0-1042-5DD7BF4E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32" y="1079655"/>
            <a:ext cx="9403736" cy="5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0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9EC1-DFF0-47FF-5000-5FEA00F6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D3B8C-A2AD-5F9A-4FF7-6FA5299B84C3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EDF380-8DC4-40CE-A4A0-F178ADD0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77" y="1026591"/>
            <a:ext cx="7722246" cy="560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75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9D16-6083-2D8B-AF6D-A7E00105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E0582-4FC4-6CA6-F815-52A168943CEA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EE9E68-5D57-785F-982B-FDC59778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77" y="1026591"/>
            <a:ext cx="7722246" cy="560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33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D9BD-679E-EA48-C39A-0DF34DB4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3DFDEE-8677-78D9-B7CC-C15D9B7081A3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1F09C7-5D47-32C5-13E7-0CFA489EE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4"/>
          <a:stretch>
            <a:fillRect/>
          </a:stretch>
        </p:blipFill>
        <p:spPr>
          <a:xfrm>
            <a:off x="2580865" y="0"/>
            <a:ext cx="7030270" cy="688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12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568C-CFBE-398A-D2A8-9D5DDA9E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2BD22-E637-1F7F-F651-02F2F1A64167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8A0D0B-C8A0-4ADE-30A1-5AEA4215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0"/>
          <a:stretch>
            <a:fillRect/>
          </a:stretch>
        </p:blipFill>
        <p:spPr>
          <a:xfrm>
            <a:off x="2171909" y="1092607"/>
            <a:ext cx="7848181" cy="56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8A1A-94FF-B20D-EEE1-1AC59110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B12595-1AF8-CC1F-F715-CFBB22DEBB1E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33D7DB-E792-150A-E14E-02E619D1D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81" y="222682"/>
            <a:ext cx="11052638" cy="65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8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5A5D-CD93-BAB2-DAC9-C0A3CEEE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82847-1845-3D43-018E-E8082A988E56}"/>
              </a:ext>
            </a:extLst>
          </p:cNvPr>
          <p:cNvSpPr txBox="1"/>
          <p:nvPr/>
        </p:nvSpPr>
        <p:spPr>
          <a:xfrm>
            <a:off x="0" y="222682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Narrow" panose="020B0004020202020204" pitchFamily="34" charset="0"/>
              </a:rPr>
              <a:t>Результат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8E32D5-CFD6-EDA6-6182-67A405D20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67" y="138940"/>
            <a:ext cx="7143459" cy="658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BBF04E-83C0-B659-F505-6810622CCC4A}"/>
              </a:ext>
            </a:extLst>
          </p:cNvPr>
          <p:cNvSpPr txBox="1"/>
          <p:nvPr/>
        </p:nvSpPr>
        <p:spPr>
          <a:xfrm>
            <a:off x="538480" y="2170411"/>
            <a:ext cx="6096000" cy="3046988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 точки зрения кода проделана следующая работа: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Написано 8 файлов с Python-кодом. Общий объём содержательного кода — более 500 строк. Создано 3 модели базы данных. Реализовано 7 маршрутов для веб-интерфейса. Свёрстано 8 HTML-шаблонов. Написано более 6 автоматических тестов. Реализовано 4 API-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эндпоинта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В проекте использованы технологии: Python,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Flask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SQLAlchemy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SQLite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Bootstrap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Jinja2,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pytest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,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9B343-A952-C246-B635-8C0457881D95}"/>
              </a:ext>
            </a:extLst>
          </p:cNvPr>
          <p:cNvSpPr txBox="1"/>
          <p:nvPr/>
        </p:nvSpPr>
        <p:spPr>
          <a:xfrm>
            <a:off x="0" y="377993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i="0" u="none" strike="noStrike" kern="1200" cap="none" spc="0" normalizeH="0" baseline="0" noProof="0" dirty="0">
                <a:ln>
                  <a:noFill/>
                </a:ln>
                <a:solidFill>
                  <a:srgbClr val="C09398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Итоги разработки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E20DFA3-5BFD-CC9A-84B6-34CA4B4EC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0" y="1473943"/>
            <a:ext cx="46736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86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342B4B-387A-BEEE-36FB-587B09823D7E}"/>
              </a:ext>
            </a:extLst>
          </p:cNvPr>
          <p:cNvSpPr txBox="1"/>
          <p:nvPr/>
        </p:nvSpPr>
        <p:spPr>
          <a:xfrm>
            <a:off x="406400" y="1729512"/>
            <a:ext cx="6096000" cy="3724096"/>
          </a:xfrm>
          <a:prstGeom prst="rect">
            <a:avLst/>
          </a:prstGeom>
          <a:solidFill>
            <a:schemeClr val="tx1">
              <a:alpha val="75000"/>
            </a:schemeClr>
          </a:solidFill>
          <a:ln w="133350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 технической стороны можно улучшить следующее: развернуть приложение на реальном хостинге, например на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Render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или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PythonAnywhere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; добавить логирование ошибок для отладки; написать больше тестов для покрытия всех сценариев; использовать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PostgreSQL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вместо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SQLite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для большей надёжности; упаковать приложение в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Docker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-контейнер для удобного развёртывания.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 функциональной стороны можно добавить: пагинацию в историю рекомендаций, сравнение двух кормов рядом, экспорт истории в PDF, поиск по кормам по названию, Telegram-бота, который будет использовать API.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95B57-5DF7-551C-D445-4E470D05D665}"/>
              </a:ext>
            </a:extLst>
          </p:cNvPr>
          <p:cNvSpPr txBox="1"/>
          <p:nvPr/>
        </p:nvSpPr>
        <p:spPr>
          <a:xfrm>
            <a:off x="0" y="422640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  <a:ln w="133350" cap="rnd" cmpd="sng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4400" b="1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Что можно улучшить</a:t>
            </a:r>
          </a:p>
        </p:txBody>
      </p:sp>
      <p:pic>
        <p:nvPicPr>
          <p:cNvPr id="7" name="Рисунок 6" descr="Изображение пина-истории">
            <a:extLst>
              <a:ext uri="{FF2B5EF4-FFF2-40B4-BE49-F238E27FC236}">
                <a16:creationId xmlns:a16="http://schemas.microsoft.com/office/drawing/2014/main" id="{82B85299-9729-ABBA-8F63-61F91C20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019" y="1404392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23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A7874-6F12-DE64-D3CE-F1876FFD827B}"/>
              </a:ext>
            </a:extLst>
          </p:cNvPr>
          <p:cNvSpPr txBox="1"/>
          <p:nvPr/>
        </p:nvSpPr>
        <p:spPr>
          <a:xfrm>
            <a:off x="233680" y="1551563"/>
            <a:ext cx="6096000" cy="3754874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Ключевые выводы по проекту: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Flask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позволяет быстро создавать веб-приложения на Python. ORM упрощает работу с базами данных и делает код безопаснее. MVC-архитектура структурирует проект и облегчает поддержку. Автоматические тесты важны для надёжности приложения.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и </a:t>
            </a:r>
            <a:r>
              <a:rPr lang="ru-RU" b="0" i="0" dirty="0" err="1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 — стандарт в современной разработке, который нужно уметь использовать.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Проект можно использовать как основу для реального сервиса — базу можно расширить, функционал доработать, интерфейс улучшить.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C1842-951A-8D65-01F8-60C30B669276}"/>
              </a:ext>
            </a:extLst>
          </p:cNvPr>
          <p:cNvSpPr txBox="1"/>
          <p:nvPr/>
        </p:nvSpPr>
        <p:spPr>
          <a:xfrm>
            <a:off x="0" y="110058"/>
            <a:ext cx="12192000" cy="769441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srgbClr val="C09398"/>
                </a:solidFill>
                <a:effectLst/>
                <a:uLnTx/>
                <a:uFillTx/>
                <a:latin typeface="Aptos Light" panose="020B0004020202020204" pitchFamily="34" charset="0"/>
              </a:rPr>
              <a:t>Заключение</a:t>
            </a:r>
          </a:p>
        </p:txBody>
      </p:sp>
      <p:pic>
        <p:nvPicPr>
          <p:cNvPr id="5" name="Рисунок 4" descr="Изображение пина-истории">
            <a:extLst>
              <a:ext uri="{FF2B5EF4-FFF2-40B4-BE49-F238E27FC236}">
                <a16:creationId xmlns:a16="http://schemas.microsoft.com/office/drawing/2014/main" id="{39829249-9EE2-8973-3A63-71797218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65" y="1122328"/>
            <a:ext cx="3885728" cy="515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67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850A931C-F5E6-B86B-37FC-FEBA6E53F87A}"/>
              </a:ext>
            </a:extLst>
          </p:cNvPr>
          <p:cNvSpPr/>
          <p:nvPr/>
        </p:nvSpPr>
        <p:spPr>
          <a:xfrm>
            <a:off x="1849772" y="0"/>
            <a:ext cx="8492456" cy="6858000"/>
          </a:xfrm>
          <a:prstGeom prst="ellipse">
            <a:avLst/>
          </a:prstGeom>
          <a:solidFill>
            <a:schemeClr val="tx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B89C1-57AF-B0CD-1A44-770129D7C1AF}"/>
              </a:ext>
            </a:extLst>
          </p:cNvPr>
          <p:cNvSpPr txBox="1"/>
          <p:nvPr/>
        </p:nvSpPr>
        <p:spPr>
          <a:xfrm>
            <a:off x="2808051" y="4735506"/>
            <a:ext cx="6575898" cy="694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Aptos Light" panose="020B0004020202020204" pitchFamily="34" charset="0"/>
              </a:rPr>
              <a:t> </a:t>
            </a:r>
            <a:r>
              <a:rPr lang="ru-RU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Ссылка на </a:t>
            </a:r>
            <a:r>
              <a:rPr lang="en-US" b="0" i="0" dirty="0">
                <a:solidFill>
                  <a:srgbClr val="C09398"/>
                </a:solidFill>
                <a:effectLst/>
                <a:latin typeface="Aptos Light" panose="020B0004020202020204" pitchFamily="34" charset="0"/>
              </a:rPr>
              <a:t>GitHub: </a:t>
            </a:r>
            <a:endParaRPr lang="ru-RU" b="0" i="0" dirty="0">
              <a:solidFill>
                <a:srgbClr val="C09398"/>
              </a:solidFill>
              <a:effectLst/>
              <a:latin typeface="Aptos Light" panose="020B0004020202020204" pitchFamily="34" charset="0"/>
            </a:endParaRPr>
          </a:p>
          <a:p>
            <a:pPr algn="ctr">
              <a:lnSpc>
                <a:spcPts val="2400"/>
              </a:lnSpc>
              <a:buNone/>
            </a:pP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b="0" i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terepisasi-afk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ptos Light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/cat-food-advisor</a:t>
            </a:r>
            <a:endParaRPr lang="en-US" b="0" i="0" dirty="0">
              <a:solidFill>
                <a:schemeClr val="accent5">
                  <a:lumMod val="75000"/>
                </a:schemeClr>
              </a:solidFill>
              <a:effectLst/>
              <a:latin typeface="Aptos Light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F3D42-2B0D-F7CE-0A10-7CE46278EA80}"/>
              </a:ext>
            </a:extLst>
          </p:cNvPr>
          <p:cNvSpPr txBox="1"/>
          <p:nvPr/>
        </p:nvSpPr>
        <p:spPr>
          <a:xfrm>
            <a:off x="0" y="2538441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rgbClr val="C09398"/>
                </a:solidFill>
                <a:latin typeface="Aptos Light" panose="020B00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8404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1581</Words>
  <Application>Microsoft Office PowerPoint</Application>
  <PresentationFormat>Широкоэкранный</PresentationFormat>
  <Paragraphs>172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9" baseType="lpstr">
      <vt:lpstr>Aptos Light</vt:lpstr>
      <vt:lpstr>Aptos Narrow</vt:lpstr>
      <vt:lpstr>Arial</vt:lpstr>
      <vt:lpstr>Calibri</vt:lpstr>
      <vt:lpstr>Calibri Light</vt:lpstr>
      <vt:lpstr>quote-cjk-patch</vt:lpstr>
      <vt:lpstr>XO Oriel Condensed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terepisasi@gmail.com</dc:creator>
  <cp:lastModifiedBy>terepisasi@gmail.com</cp:lastModifiedBy>
  <cp:revision>1</cp:revision>
  <dcterms:created xsi:type="dcterms:W3CDTF">2026-05-14T18:14:10Z</dcterms:created>
  <dcterms:modified xsi:type="dcterms:W3CDTF">2026-05-15T22:01:08Z</dcterms:modified>
</cp:coreProperties>
</file>